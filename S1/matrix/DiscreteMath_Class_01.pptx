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C9DC70-39B2-2238-11E8-65C8CE8586FB}" v="1" dt="2025-10-19T11:49:47.524"/>
    <p1510:client id="{9E0B653A-4B08-4C84-BE04-411DA5E831CA}" v="2" dt="2025-10-18T14:30:34.800"/>
    <p1510:client id="{CC2B29CB-E2C0-CB83-DC75-5B3826AE5CD6}" v="7" dt="2025-10-19T11:40:00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iom Karpeichyk" userId="S::artsiom.karpeichyk@stud.esdc.lt::9d746320-ca94-41af-9f59-6915239acf58" providerId="AD" clId="Web-{D65FFE73-BFAA-4006-86CF-F81FF72521A6}"/>
    <pc:docChg chg="modSld">
      <pc:chgData name="Artsiom Karpeichyk" userId="S::artsiom.karpeichyk@stud.esdc.lt::9d746320-ca94-41af-9f59-6915239acf58" providerId="AD" clId="Web-{D65FFE73-BFAA-4006-86CF-F81FF72521A6}" dt="2025-10-09T18:54:47.569" v="0" actId="1076"/>
      <pc:docMkLst>
        <pc:docMk/>
      </pc:docMkLst>
      <pc:sldChg chg="modSp">
        <pc:chgData name="Artsiom Karpeichyk" userId="S::artsiom.karpeichyk@stud.esdc.lt::9d746320-ca94-41af-9f59-6915239acf58" providerId="AD" clId="Web-{D65FFE73-BFAA-4006-86CF-F81FF72521A6}" dt="2025-10-09T18:54:47.569" v="0" actId="1076"/>
        <pc:sldMkLst>
          <pc:docMk/>
          <pc:sldMk cId="0" sldId="282"/>
        </pc:sldMkLst>
        <pc:spChg chg="mod">
          <ac:chgData name="Artsiom Karpeichyk" userId="S::artsiom.karpeichyk@stud.esdc.lt::9d746320-ca94-41af-9f59-6915239acf58" providerId="AD" clId="Web-{D65FFE73-BFAA-4006-86CF-F81FF72521A6}" dt="2025-10-09T18:54:47.569" v="0" actId="1076"/>
          <ac:spMkLst>
            <pc:docMk/>
            <pc:sldMk cId="0" sldId="282"/>
            <ac:spMk id="1024704319" creationId="{00000000-0000-0000-0000-000000000000}"/>
          </ac:spMkLst>
        </pc:spChg>
      </pc:sldChg>
    </pc:docChg>
  </pc:docChgLst>
  <pc:docChgLst>
    <pc:chgData name="Lizaveta Anisenka" userId="S::lizaveta.anisenka@stud.esdc.lt::73e7d378-a881-4b2a-981e-55ddbb947092" providerId="AD" clId="Web-{098A3201-9579-88D3-44A6-C29E8184AA60}"/>
    <pc:docChg chg="modSld">
      <pc:chgData name="Lizaveta Anisenka" userId="S::lizaveta.anisenka@stud.esdc.lt::73e7d378-a881-4b2a-981e-55ddbb947092" providerId="AD" clId="Web-{098A3201-9579-88D3-44A6-C29E8184AA60}" dt="2025-10-09T17:54:04.890" v="9" actId="1076"/>
      <pc:docMkLst>
        <pc:docMk/>
      </pc:docMkLst>
      <pc:sldChg chg="modSp">
        <pc:chgData name="Lizaveta Anisenka" userId="S::lizaveta.anisenka@stud.esdc.lt::73e7d378-a881-4b2a-981e-55ddbb947092" providerId="AD" clId="Web-{098A3201-9579-88D3-44A6-C29E8184AA60}" dt="2025-10-09T17:32:55.568" v="2" actId="1076"/>
        <pc:sldMkLst>
          <pc:docMk/>
          <pc:sldMk cId="0" sldId="278"/>
        </pc:sldMkLst>
        <pc:spChg chg="mod">
          <ac:chgData name="Lizaveta Anisenka" userId="S::lizaveta.anisenka@stud.esdc.lt::73e7d378-a881-4b2a-981e-55ddbb947092" providerId="AD" clId="Web-{098A3201-9579-88D3-44A6-C29E8184AA60}" dt="2025-10-09T17:32:47.396" v="1" actId="20577"/>
          <ac:spMkLst>
            <pc:docMk/>
            <pc:sldMk cId="0" sldId="278"/>
            <ac:spMk id="1706564063" creationId="{00000000-0000-0000-0000-000000000000}"/>
          </ac:spMkLst>
        </pc:spChg>
        <pc:spChg chg="mod">
          <ac:chgData name="Lizaveta Anisenka" userId="S::lizaveta.anisenka@stud.esdc.lt::73e7d378-a881-4b2a-981e-55ddbb947092" providerId="AD" clId="Web-{098A3201-9579-88D3-44A6-C29E8184AA60}" dt="2025-10-09T17:32:55.568" v="2" actId="1076"/>
          <ac:spMkLst>
            <pc:docMk/>
            <pc:sldMk cId="0" sldId="278"/>
            <ac:spMk id="2133665636" creationId="{00000000-0000-0000-0000-000000000000}"/>
          </ac:spMkLst>
        </pc:spChg>
      </pc:sldChg>
      <pc:sldChg chg="modSp">
        <pc:chgData name="Lizaveta Anisenka" userId="S::lizaveta.anisenka@stud.esdc.lt::73e7d378-a881-4b2a-981e-55ddbb947092" providerId="AD" clId="Web-{098A3201-9579-88D3-44A6-C29E8184AA60}" dt="2025-10-09T17:33:12.474" v="3" actId="1076"/>
        <pc:sldMkLst>
          <pc:docMk/>
          <pc:sldMk cId="0" sldId="279"/>
        </pc:sldMkLst>
        <pc:spChg chg="mod">
          <ac:chgData name="Lizaveta Anisenka" userId="S::lizaveta.anisenka@stud.esdc.lt::73e7d378-a881-4b2a-981e-55ddbb947092" providerId="AD" clId="Web-{098A3201-9579-88D3-44A6-C29E8184AA60}" dt="2025-10-09T17:33:12.474" v="3" actId="1076"/>
          <ac:spMkLst>
            <pc:docMk/>
            <pc:sldMk cId="0" sldId="279"/>
            <ac:spMk id="1040006834" creationId="{00000000-0000-0000-0000-000000000000}"/>
          </ac:spMkLst>
        </pc:spChg>
      </pc:sldChg>
      <pc:sldChg chg="modSp">
        <pc:chgData name="Lizaveta Anisenka" userId="S::lizaveta.anisenka@stud.esdc.lt::73e7d378-a881-4b2a-981e-55ddbb947092" providerId="AD" clId="Web-{098A3201-9579-88D3-44A6-C29E8184AA60}" dt="2025-10-09T17:54:04.890" v="9" actId="1076"/>
        <pc:sldMkLst>
          <pc:docMk/>
          <pc:sldMk cId="0" sldId="282"/>
        </pc:sldMkLst>
        <pc:spChg chg="mod">
          <ac:chgData name="Lizaveta Anisenka" userId="S::lizaveta.anisenka@stud.esdc.lt::73e7d378-a881-4b2a-981e-55ddbb947092" providerId="AD" clId="Web-{098A3201-9579-88D3-44A6-C29E8184AA60}" dt="2025-10-09T17:54:04.890" v="9" actId="1076"/>
          <ac:spMkLst>
            <pc:docMk/>
            <pc:sldMk cId="0" sldId="282"/>
            <ac:spMk id="1024704319" creationId="{00000000-0000-0000-0000-000000000000}"/>
          </ac:spMkLst>
        </pc:spChg>
      </pc:sldChg>
    </pc:docChg>
  </pc:docChgLst>
  <pc:docChgLst>
    <pc:chgData name="Vadzim Ausianikau" userId="S::vadzim.ausianikau@stud.esdc.lt::51c4983e-3af1-4a7c-82a2-b6be2a8e24d7" providerId="AD" clId="Web-{E10741CA-846E-4B1B-9A10-83038AACEA8E}"/>
    <pc:docChg chg="modSld">
      <pc:chgData name="Vadzim Ausianikau" userId="S::vadzim.ausianikau@stud.esdc.lt::51c4983e-3af1-4a7c-82a2-b6be2a8e24d7" providerId="AD" clId="Web-{E10741CA-846E-4B1B-9A10-83038AACEA8E}" dt="2025-10-11T08:19:08.901" v="9" actId="1076"/>
      <pc:docMkLst>
        <pc:docMk/>
      </pc:docMkLst>
      <pc:sldChg chg="modSp">
        <pc:chgData name="Vadzim Ausianikau" userId="S::vadzim.ausianikau@stud.esdc.lt::51c4983e-3af1-4a7c-82a2-b6be2a8e24d7" providerId="AD" clId="Web-{E10741CA-846E-4B1B-9A10-83038AACEA8E}" dt="2025-10-11T08:03:31.999" v="7" actId="1076"/>
        <pc:sldMkLst>
          <pc:docMk/>
          <pc:sldMk cId="0" sldId="263"/>
        </pc:sldMkLst>
        <pc:spChg chg="mod">
          <ac:chgData name="Vadzim Ausianikau" userId="S::vadzim.ausianikau@stud.esdc.lt::51c4983e-3af1-4a7c-82a2-b6be2a8e24d7" providerId="AD" clId="Web-{E10741CA-846E-4B1B-9A10-83038AACEA8E}" dt="2025-10-11T08:03:30.421" v="6" actId="20577"/>
          <ac:spMkLst>
            <pc:docMk/>
            <pc:sldMk cId="0" sldId="263"/>
            <ac:spMk id="721331082" creationId="{00000000-0000-0000-0000-000000000000}"/>
          </ac:spMkLst>
        </pc:spChg>
        <pc:spChg chg="mod">
          <ac:chgData name="Vadzim Ausianikau" userId="S::vadzim.ausianikau@stud.esdc.lt::51c4983e-3af1-4a7c-82a2-b6be2a8e24d7" providerId="AD" clId="Web-{E10741CA-846E-4B1B-9A10-83038AACEA8E}" dt="2025-10-11T08:03:31.999" v="7" actId="1076"/>
          <ac:spMkLst>
            <pc:docMk/>
            <pc:sldMk cId="0" sldId="263"/>
            <ac:spMk id="778214631" creationId="{00000000-0000-0000-0000-000000000000}"/>
          </ac:spMkLst>
        </pc:spChg>
        <pc:spChg chg="mod">
          <ac:chgData name="Vadzim Ausianikau" userId="S::vadzim.ausianikau@stud.esdc.lt::51c4983e-3af1-4a7c-82a2-b6be2a8e24d7" providerId="AD" clId="Web-{E10741CA-846E-4B1B-9A10-83038AACEA8E}" dt="2025-10-11T08:01:06.467" v="0" actId="1076"/>
          <ac:spMkLst>
            <pc:docMk/>
            <pc:sldMk cId="0" sldId="263"/>
            <ac:spMk id="1698176478" creationId="{00000000-0000-0000-0000-000000000000}"/>
          </ac:spMkLst>
        </pc:spChg>
      </pc:sldChg>
      <pc:sldChg chg="modSp">
        <pc:chgData name="Vadzim Ausianikau" userId="S::vadzim.ausianikau@stud.esdc.lt::51c4983e-3af1-4a7c-82a2-b6be2a8e24d7" providerId="AD" clId="Web-{E10741CA-846E-4B1B-9A10-83038AACEA8E}" dt="2025-10-11T08:19:08.901" v="9" actId="1076"/>
        <pc:sldMkLst>
          <pc:docMk/>
          <pc:sldMk cId="0" sldId="279"/>
        </pc:sldMkLst>
        <pc:spChg chg="mod">
          <ac:chgData name="Vadzim Ausianikau" userId="S::vadzim.ausianikau@stud.esdc.lt::51c4983e-3af1-4a7c-82a2-b6be2a8e24d7" providerId="AD" clId="Web-{E10741CA-846E-4B1B-9A10-83038AACEA8E}" dt="2025-10-11T08:19:07.291" v="8" actId="1076"/>
          <ac:spMkLst>
            <pc:docMk/>
            <pc:sldMk cId="0" sldId="279"/>
            <ac:spMk id="626046159" creationId="{00000000-0000-0000-0000-000000000000}"/>
          </ac:spMkLst>
        </pc:spChg>
        <pc:spChg chg="mod">
          <ac:chgData name="Vadzim Ausianikau" userId="S::vadzim.ausianikau@stud.esdc.lt::51c4983e-3af1-4a7c-82a2-b6be2a8e24d7" providerId="AD" clId="Web-{E10741CA-846E-4B1B-9A10-83038AACEA8E}" dt="2025-10-11T08:19:08.901" v="9" actId="1076"/>
          <ac:spMkLst>
            <pc:docMk/>
            <pc:sldMk cId="0" sldId="279"/>
            <ac:spMk id="1040006834" creationId="{00000000-0000-0000-0000-000000000000}"/>
          </ac:spMkLst>
        </pc:spChg>
      </pc:sldChg>
    </pc:docChg>
  </pc:docChgLst>
  <pc:docChgLst>
    <pc:chgData name="Ihar Hryhoryeu" userId="S::ihar.hryhoryeu@stud.esdc.lt::878830f0-90ee-4625-8740-171e2c0e8bb0" providerId="AD" clId="Web-{9E0B653A-4B08-4C84-BE04-411DA5E831CA}"/>
    <pc:docChg chg="modSld">
      <pc:chgData name="Ihar Hryhoryeu" userId="S::ihar.hryhoryeu@stud.esdc.lt::878830f0-90ee-4625-8740-171e2c0e8bb0" providerId="AD" clId="Web-{9E0B653A-4B08-4C84-BE04-411DA5E831CA}" dt="2025-10-18T14:30:34.800" v="1"/>
      <pc:docMkLst>
        <pc:docMk/>
      </pc:docMkLst>
      <pc:sldChg chg="modTransition">
        <pc:chgData name="Ihar Hryhoryeu" userId="S::ihar.hryhoryeu@stud.esdc.lt::878830f0-90ee-4625-8740-171e2c0e8bb0" providerId="AD" clId="Web-{9E0B653A-4B08-4C84-BE04-411DA5E831CA}" dt="2025-10-18T14:30:34.800" v="1"/>
        <pc:sldMkLst>
          <pc:docMk/>
          <pc:sldMk cId="0" sldId="268"/>
        </pc:sldMkLst>
      </pc:sldChg>
    </pc:docChg>
  </pc:docChgLst>
  <pc:docChgLst>
    <pc:chgData name="Artsiom Karpeichyk" userId="S::artsiom.karpeichyk@stud.esdc.lt::9d746320-ca94-41af-9f59-6915239acf58" providerId="AD" clId="Web-{B7B43246-5DA2-44D6-8869-3E6F0477FB17}"/>
    <pc:docChg chg="modSld">
      <pc:chgData name="Artsiom Karpeichyk" userId="S::artsiom.karpeichyk@stud.esdc.lt::9d746320-ca94-41af-9f59-6915239acf58" providerId="AD" clId="Web-{B7B43246-5DA2-44D6-8869-3E6F0477FB17}" dt="2025-10-16T08:07:04.267" v="0" actId="1076"/>
      <pc:docMkLst>
        <pc:docMk/>
      </pc:docMkLst>
      <pc:sldChg chg="modSp">
        <pc:chgData name="Artsiom Karpeichyk" userId="S::artsiom.karpeichyk@stud.esdc.lt::9d746320-ca94-41af-9f59-6915239acf58" providerId="AD" clId="Web-{B7B43246-5DA2-44D6-8869-3E6F0477FB17}" dt="2025-10-16T08:07:04.267" v="0" actId="1076"/>
        <pc:sldMkLst>
          <pc:docMk/>
          <pc:sldMk cId="0" sldId="269"/>
        </pc:sldMkLst>
        <pc:spChg chg="mod">
          <ac:chgData name="Artsiom Karpeichyk" userId="S::artsiom.karpeichyk@stud.esdc.lt::9d746320-ca94-41af-9f59-6915239acf58" providerId="AD" clId="Web-{B7B43246-5DA2-44D6-8869-3E6F0477FB17}" dt="2025-10-16T08:07:04.267" v="0" actId="1076"/>
          <ac:spMkLst>
            <pc:docMk/>
            <pc:sldMk cId="0" sldId="269"/>
            <ac:spMk id="1215041665" creationId="{00000000-0000-0000-0000-000000000000}"/>
          </ac:spMkLst>
        </pc:spChg>
      </pc:sldChg>
    </pc:docChg>
  </pc:docChgLst>
  <pc:docChgLst>
    <pc:chgData name="Temur Isaevi" userId="S::temur.isaevi@stud.esdc.lt::f28b2819-501f-466a-bcf1-8591e5190281" providerId="AD" clId="Web-{03784253-8CA8-33DA-8D9A-14F2BC1BD6D4}"/>
    <pc:docChg chg="addSld delSld modSld">
      <pc:chgData name="Temur Isaevi" userId="S::temur.isaevi@stud.esdc.lt::f28b2819-501f-466a-bcf1-8591e5190281" providerId="AD" clId="Web-{03784253-8CA8-33DA-8D9A-14F2BC1BD6D4}" dt="2025-10-09T18:33:15.525" v="3"/>
      <pc:docMkLst>
        <pc:docMk/>
      </pc:docMkLst>
      <pc:sldChg chg="modSp">
        <pc:chgData name="Temur Isaevi" userId="S::temur.isaevi@stud.esdc.lt::f28b2819-501f-466a-bcf1-8591e5190281" providerId="AD" clId="Web-{03784253-8CA8-33DA-8D9A-14F2BC1BD6D4}" dt="2025-10-09T18:32:57.587" v="1" actId="1076"/>
        <pc:sldMkLst>
          <pc:docMk/>
          <pc:sldMk cId="0" sldId="282"/>
        </pc:sldMkLst>
        <pc:spChg chg="mod">
          <ac:chgData name="Temur Isaevi" userId="S::temur.isaevi@stud.esdc.lt::f28b2819-501f-466a-bcf1-8591e5190281" providerId="AD" clId="Web-{03784253-8CA8-33DA-8D9A-14F2BC1BD6D4}" dt="2025-10-09T18:32:57.587" v="1" actId="1076"/>
          <ac:spMkLst>
            <pc:docMk/>
            <pc:sldMk cId="0" sldId="282"/>
            <ac:spMk id="1024704319" creationId="{00000000-0000-0000-0000-000000000000}"/>
          </ac:spMkLst>
        </pc:spChg>
      </pc:sldChg>
    </pc:docChg>
  </pc:docChgLst>
  <pc:docChgLst>
    <pc:chgData name="Viktor Maulonau" userId="S::viktor.maulonau@stud.esdc.lt::fea5918d-39db-464e-83e5-33621635ab11" providerId="AD" clId="Web-{A00559D0-44AA-C8F8-EF94-E9B16C0B7D83}"/>
    <pc:docChg chg="modSld">
      <pc:chgData name="Viktor Maulonau" userId="S::viktor.maulonau@stud.esdc.lt::fea5918d-39db-464e-83e5-33621635ab11" providerId="AD" clId="Web-{A00559D0-44AA-C8F8-EF94-E9B16C0B7D83}" dt="2025-10-16T08:18:49.565" v="0" actId="14100"/>
      <pc:docMkLst>
        <pc:docMk/>
      </pc:docMkLst>
      <pc:sldChg chg="modSp">
        <pc:chgData name="Viktor Maulonau" userId="S::viktor.maulonau@stud.esdc.lt::fea5918d-39db-464e-83e5-33621635ab11" providerId="AD" clId="Web-{A00559D0-44AA-C8F8-EF94-E9B16C0B7D83}" dt="2025-10-16T08:18:49.565" v="0" actId="14100"/>
        <pc:sldMkLst>
          <pc:docMk/>
          <pc:sldMk cId="0" sldId="278"/>
        </pc:sldMkLst>
        <pc:spChg chg="mod">
          <ac:chgData name="Viktor Maulonau" userId="S::viktor.maulonau@stud.esdc.lt::fea5918d-39db-464e-83e5-33621635ab11" providerId="AD" clId="Web-{A00559D0-44AA-C8F8-EF94-E9B16C0B7D83}" dt="2025-10-16T08:18:49.565" v="0" actId="14100"/>
          <ac:spMkLst>
            <pc:docMk/>
            <pc:sldMk cId="0" sldId="278"/>
            <ac:spMk id="1706564063" creationId="{00000000-0000-0000-0000-000000000000}"/>
          </ac:spMkLst>
        </pc:spChg>
      </pc:sldChg>
    </pc:docChg>
  </pc:docChgLst>
  <pc:docChgLst>
    <pc:chgData name="Agata Nurijeva" userId="S::agata.nurijeva@stud.esdc.lt::5e248c08-3e66-431b-8d55-85284df21d70" providerId="AD" clId="Web-{A2034226-919D-E649-A8F3-EE7EE27D0D8B}"/>
    <pc:docChg chg="modSld">
      <pc:chgData name="Agata Nurijeva" userId="S::agata.nurijeva@stud.esdc.lt::5e248c08-3e66-431b-8d55-85284df21d70" providerId="AD" clId="Web-{A2034226-919D-E649-A8F3-EE7EE27D0D8B}" dt="2025-10-09T16:36:56.502" v="6" actId="1076"/>
      <pc:docMkLst>
        <pc:docMk/>
      </pc:docMkLst>
      <pc:sldChg chg="modSp">
        <pc:chgData name="Agata Nurijeva" userId="S::agata.nurijeva@stud.esdc.lt::5e248c08-3e66-431b-8d55-85284df21d70" providerId="AD" clId="Web-{A2034226-919D-E649-A8F3-EE7EE27D0D8B}" dt="2025-10-09T16:36:56.502" v="6" actId="1076"/>
        <pc:sldMkLst>
          <pc:docMk/>
          <pc:sldMk cId="0" sldId="278"/>
        </pc:sldMkLst>
        <pc:spChg chg="mod">
          <ac:chgData name="Agata Nurijeva" userId="S::agata.nurijeva@stud.esdc.lt::5e248c08-3e66-431b-8d55-85284df21d70" providerId="AD" clId="Web-{A2034226-919D-E649-A8F3-EE7EE27D0D8B}" dt="2025-10-09T16:35:33.095" v="2" actId="1076"/>
          <ac:spMkLst>
            <pc:docMk/>
            <pc:sldMk cId="0" sldId="278"/>
            <ac:spMk id="344519534" creationId="{00000000-0000-0000-0000-000000000000}"/>
          </ac:spMkLst>
        </pc:spChg>
        <pc:spChg chg="mod">
          <ac:chgData name="Agata Nurijeva" userId="S::agata.nurijeva@stud.esdc.lt::5e248c08-3e66-431b-8d55-85284df21d70" providerId="AD" clId="Web-{A2034226-919D-E649-A8F3-EE7EE27D0D8B}" dt="2025-10-09T16:35:39.110" v="3" actId="1076"/>
          <ac:spMkLst>
            <pc:docMk/>
            <pc:sldMk cId="0" sldId="278"/>
            <ac:spMk id="1363661955" creationId="{00000000-0000-0000-0000-000000000000}"/>
          </ac:spMkLst>
        </pc:spChg>
        <pc:spChg chg="mod">
          <ac:chgData name="Agata Nurijeva" userId="S::agata.nurijeva@stud.esdc.lt::5e248c08-3e66-431b-8d55-85284df21d70" providerId="AD" clId="Web-{A2034226-919D-E649-A8F3-EE7EE27D0D8B}" dt="2025-10-09T16:36:56.502" v="6" actId="1076"/>
          <ac:spMkLst>
            <pc:docMk/>
            <pc:sldMk cId="0" sldId="278"/>
            <ac:spMk id="1842052837" creationId="{00000000-0000-0000-0000-000000000000}"/>
          </ac:spMkLst>
        </pc:spChg>
        <pc:spChg chg="mod">
          <ac:chgData name="Agata Nurijeva" userId="S::agata.nurijeva@stud.esdc.lt::5e248c08-3e66-431b-8d55-85284df21d70" providerId="AD" clId="Web-{A2034226-919D-E649-A8F3-EE7EE27D0D8B}" dt="2025-10-09T16:36:50.830" v="5" actId="1076"/>
          <ac:spMkLst>
            <pc:docMk/>
            <pc:sldMk cId="0" sldId="278"/>
            <ac:spMk id="2133665636" creationId="{00000000-0000-0000-0000-000000000000}"/>
          </ac:spMkLst>
        </pc:spChg>
      </pc:sldChg>
      <pc:sldChg chg="modSp">
        <pc:chgData name="Agata Nurijeva" userId="S::agata.nurijeva@stud.esdc.lt::5e248c08-3e66-431b-8d55-85284df21d70" providerId="AD" clId="Web-{A2034226-919D-E649-A8F3-EE7EE27D0D8B}" dt="2025-10-09T16:35:23.017" v="1" actId="1076"/>
        <pc:sldMkLst>
          <pc:docMk/>
          <pc:sldMk cId="0" sldId="282"/>
        </pc:sldMkLst>
        <pc:spChg chg="mod">
          <ac:chgData name="Agata Nurijeva" userId="S::agata.nurijeva@stud.esdc.lt::5e248c08-3e66-431b-8d55-85284df21d70" providerId="AD" clId="Web-{A2034226-919D-E649-A8F3-EE7EE27D0D8B}" dt="2025-10-09T16:35:23.017" v="1" actId="1076"/>
          <ac:spMkLst>
            <pc:docMk/>
            <pc:sldMk cId="0" sldId="282"/>
            <ac:spMk id="1024704319" creationId="{00000000-0000-0000-0000-000000000000}"/>
          </ac:spMkLst>
        </pc:spChg>
      </pc:sldChg>
    </pc:docChg>
  </pc:docChgLst>
  <pc:docChgLst>
    <pc:chgData name="Herman Zhukyan" userId="S::herman.zhukyan@stud.esdc.lt::1705901f-33a9-4e4e-8927-4a7c1577d47d" providerId="AD" clId="Web-{CC2B29CB-E2C0-CB83-DC75-5B3826AE5CD6}"/>
    <pc:docChg chg="modSld">
      <pc:chgData name="Herman Zhukyan" userId="S::herman.zhukyan@stud.esdc.lt::1705901f-33a9-4e4e-8927-4a7c1577d47d" providerId="AD" clId="Web-{CC2B29CB-E2C0-CB83-DC75-5B3826AE5CD6}" dt="2025-10-19T11:40:00.564" v="5" actId="20577"/>
      <pc:docMkLst>
        <pc:docMk/>
      </pc:docMkLst>
      <pc:sldChg chg="modSp">
        <pc:chgData name="Herman Zhukyan" userId="S::herman.zhukyan@stud.esdc.lt::1705901f-33a9-4e4e-8927-4a7c1577d47d" providerId="AD" clId="Web-{CC2B29CB-E2C0-CB83-DC75-5B3826AE5CD6}" dt="2025-10-19T11:40:00.564" v="5" actId="20577"/>
        <pc:sldMkLst>
          <pc:docMk/>
          <pc:sldMk cId="0" sldId="263"/>
        </pc:sldMkLst>
        <pc:spChg chg="mod">
          <ac:chgData name="Herman Zhukyan" userId="S::herman.zhukyan@stud.esdc.lt::1705901f-33a9-4e4e-8927-4a7c1577d47d" providerId="AD" clId="Web-{CC2B29CB-E2C0-CB83-DC75-5B3826AE5CD6}" dt="2025-10-19T11:39:54.110" v="2" actId="20577"/>
          <ac:spMkLst>
            <pc:docMk/>
            <pc:sldMk cId="0" sldId="263"/>
            <ac:spMk id="721331082" creationId="{00000000-0000-0000-0000-000000000000}"/>
          </ac:spMkLst>
        </pc:spChg>
        <pc:spChg chg="mod">
          <ac:chgData name="Herman Zhukyan" userId="S::herman.zhukyan@stud.esdc.lt::1705901f-33a9-4e4e-8927-4a7c1577d47d" providerId="AD" clId="Web-{CC2B29CB-E2C0-CB83-DC75-5B3826AE5CD6}" dt="2025-10-19T11:40:00.564" v="5" actId="20577"/>
          <ac:spMkLst>
            <pc:docMk/>
            <pc:sldMk cId="0" sldId="263"/>
            <ac:spMk id="1698176478" creationId="{00000000-0000-0000-0000-000000000000}"/>
          </ac:spMkLst>
        </pc:spChg>
      </pc:sldChg>
    </pc:docChg>
  </pc:docChgLst>
  <pc:docChgLst>
    <pc:chgData name="Danila Pekhtserau" userId="S::danila.pekhtserau@stud.esdc.lt::03f80b34-0fc0-4eed-963e-21a84547fe9d" providerId="AD" clId="Web-{81B1F818-B222-8D2A-BBDF-40D480726403}"/>
    <pc:docChg chg="modSld">
      <pc:chgData name="Danila Pekhtserau" userId="S::danila.pekhtserau@stud.esdc.lt::03f80b34-0fc0-4eed-963e-21a84547fe9d" providerId="AD" clId="Web-{81B1F818-B222-8D2A-BBDF-40D480726403}" dt="2025-10-16T08:05:07.791" v="0" actId="14100"/>
      <pc:docMkLst>
        <pc:docMk/>
      </pc:docMkLst>
      <pc:sldChg chg="modSp">
        <pc:chgData name="Danila Pekhtserau" userId="S::danila.pekhtserau@stud.esdc.lt::03f80b34-0fc0-4eed-963e-21a84547fe9d" providerId="AD" clId="Web-{81B1F818-B222-8D2A-BBDF-40D480726403}" dt="2025-10-16T08:05:07.791" v="0" actId="14100"/>
        <pc:sldMkLst>
          <pc:docMk/>
          <pc:sldMk cId="0" sldId="269"/>
        </pc:sldMkLst>
        <pc:spChg chg="mod">
          <ac:chgData name="Danila Pekhtserau" userId="S::danila.pekhtserau@stud.esdc.lt::03f80b34-0fc0-4eed-963e-21a84547fe9d" providerId="AD" clId="Web-{81B1F818-B222-8D2A-BBDF-40D480726403}" dt="2025-10-16T08:05:07.791" v="0" actId="14100"/>
          <ac:spMkLst>
            <pc:docMk/>
            <pc:sldMk cId="0" sldId="269"/>
            <ac:spMk id="1215041665" creationId="{00000000-0000-0000-0000-000000000000}"/>
          </ac:spMkLst>
        </pc:spChg>
      </pc:sldChg>
    </pc:docChg>
  </pc:docChgLst>
  <pc:docChgLst>
    <pc:chgData name="Herman Zhukyan" userId="S::herman.zhukyan@stud.esdc.lt::1705901f-33a9-4e4e-8927-4a7c1577d47d" providerId="AD" clId="Web-{96C9DC70-39B2-2238-11E8-65C8CE8586FB}"/>
    <pc:docChg chg="modSld">
      <pc:chgData name="Herman Zhukyan" userId="S::herman.zhukyan@stud.esdc.lt::1705901f-33a9-4e4e-8927-4a7c1577d47d" providerId="AD" clId="Web-{96C9DC70-39B2-2238-11E8-65C8CE8586FB}" dt="2025-10-19T11:49:47.524" v="0" actId="1076"/>
      <pc:docMkLst>
        <pc:docMk/>
      </pc:docMkLst>
      <pc:sldChg chg="modSp">
        <pc:chgData name="Herman Zhukyan" userId="S::herman.zhukyan@stud.esdc.lt::1705901f-33a9-4e4e-8927-4a7c1577d47d" providerId="AD" clId="Web-{96C9DC70-39B2-2238-11E8-65C8CE8586FB}" dt="2025-10-19T11:49:47.524" v="0" actId="1076"/>
        <pc:sldMkLst>
          <pc:docMk/>
          <pc:sldMk cId="0" sldId="268"/>
        </pc:sldMkLst>
        <pc:spChg chg="mod">
          <ac:chgData name="Herman Zhukyan" userId="S::herman.zhukyan@stud.esdc.lt::1705901f-33a9-4e4e-8927-4a7c1577d47d" providerId="AD" clId="Web-{96C9DC70-39B2-2238-11E8-65C8CE8586FB}" dt="2025-10-19T11:49:47.524" v="0" actId="1076"/>
          <ac:spMkLst>
            <pc:docMk/>
            <pc:sldMk cId="0" sldId="268"/>
            <ac:spMk id="1009508892" creationId="{00000000-0000-0000-0000-000000000000}"/>
          </ac:spMkLst>
        </pc:spChg>
      </pc:sldChg>
    </pc:docChg>
  </pc:docChgLst>
  <pc:docChgLst>
    <pc:chgData name="Ihar Hryhoryeu" userId="S::ihar.hryhoryeu@stud.esdc.lt::878830f0-90ee-4625-8740-171e2c0e8bb0" providerId="AD" clId="Web-{C37A6C26-D914-44AA-B16B-F1597F770F5B}"/>
    <pc:docChg chg="modSld">
      <pc:chgData name="Ihar Hryhoryeu" userId="S::ihar.hryhoryeu@stud.esdc.lt::878830f0-90ee-4625-8740-171e2c0e8bb0" providerId="AD" clId="Web-{C37A6C26-D914-44AA-B16B-F1597F770F5B}" dt="2025-10-16T07:41:46.673" v="3" actId="20577"/>
      <pc:docMkLst>
        <pc:docMk/>
      </pc:docMkLst>
      <pc:sldChg chg="modSp">
        <pc:chgData name="Ihar Hryhoryeu" userId="S::ihar.hryhoryeu@stud.esdc.lt::878830f0-90ee-4625-8740-171e2c0e8bb0" providerId="AD" clId="Web-{C37A6C26-D914-44AA-B16B-F1597F770F5B}" dt="2025-10-16T07:41:46.673" v="3" actId="20577"/>
        <pc:sldMkLst>
          <pc:docMk/>
          <pc:sldMk cId="0" sldId="263"/>
        </pc:sldMkLst>
        <pc:spChg chg="mod">
          <ac:chgData name="Ihar Hryhoryeu" userId="S::ihar.hryhoryeu@stud.esdc.lt::878830f0-90ee-4625-8740-171e2c0e8bb0" providerId="AD" clId="Web-{C37A6C26-D914-44AA-B16B-F1597F770F5B}" dt="2025-10-16T07:41:46.673" v="3" actId="20577"/>
          <ac:spMkLst>
            <pc:docMk/>
            <pc:sldMk cId="0" sldId="263"/>
            <ac:spMk id="721331082" creationId="{00000000-0000-0000-0000-000000000000}"/>
          </ac:spMkLst>
        </pc:spChg>
      </pc:sldChg>
      <pc:sldChg chg="modSp">
        <pc:chgData name="Ihar Hryhoryeu" userId="S::ihar.hryhoryeu@stud.esdc.lt::878830f0-90ee-4625-8740-171e2c0e8bb0" providerId="AD" clId="Web-{C37A6C26-D914-44AA-B16B-F1597F770F5B}" dt="2025-10-16T07:36:28.781" v="0" actId="1076"/>
        <pc:sldMkLst>
          <pc:docMk/>
          <pc:sldMk cId="0" sldId="269"/>
        </pc:sldMkLst>
        <pc:spChg chg="mod">
          <ac:chgData name="Ihar Hryhoryeu" userId="S::ihar.hryhoryeu@stud.esdc.lt::878830f0-90ee-4625-8740-171e2c0e8bb0" providerId="AD" clId="Web-{C37A6C26-D914-44AA-B16B-F1597F770F5B}" dt="2025-10-16T07:36:28.781" v="0" actId="1076"/>
          <ac:spMkLst>
            <pc:docMk/>
            <pc:sldMk cId="0" sldId="269"/>
            <ac:spMk id="1215041665" creationId="{00000000-0000-0000-0000-000000000000}"/>
          </ac:spMkLst>
        </pc:spChg>
      </pc:sldChg>
    </pc:docChg>
  </pc:docChgLst>
  <pc:docChgLst>
    <pc:chgData name="Tomas Mucunas" userId="S::tomas.mucunas@stud.esdc.lt::09cb9570-f13e-4209-ac93-278a9d8e47f2" providerId="AD" clId="Web-{DE92824E-6D1E-A5F7-A24C-D2ED9F2BBC3B}"/>
    <pc:docChg chg="modSld">
      <pc:chgData name="Tomas Mucunas" userId="S::tomas.mucunas@stud.esdc.lt::09cb9570-f13e-4209-ac93-278a9d8e47f2" providerId="AD" clId="Web-{DE92824E-6D1E-A5F7-A24C-D2ED9F2BBC3B}" dt="2025-10-15T18:09:26.431" v="4" actId="1076"/>
      <pc:docMkLst>
        <pc:docMk/>
      </pc:docMkLst>
      <pc:sldChg chg="modSp">
        <pc:chgData name="Tomas Mucunas" userId="S::tomas.mucunas@stud.esdc.lt::09cb9570-f13e-4209-ac93-278a9d8e47f2" providerId="AD" clId="Web-{DE92824E-6D1E-A5F7-A24C-D2ED9F2BBC3B}" dt="2025-10-15T18:09:26.431" v="4" actId="1076"/>
        <pc:sldMkLst>
          <pc:docMk/>
          <pc:sldMk cId="0" sldId="278"/>
        </pc:sldMkLst>
        <pc:spChg chg="mod">
          <ac:chgData name="Tomas Mucunas" userId="S::tomas.mucunas@stud.esdc.lt::09cb9570-f13e-4209-ac93-278a9d8e47f2" providerId="AD" clId="Web-{DE92824E-6D1E-A5F7-A24C-D2ED9F2BBC3B}" dt="2025-10-15T18:09:19.540" v="2" actId="1076"/>
          <ac:spMkLst>
            <pc:docMk/>
            <pc:sldMk cId="0" sldId="278"/>
            <ac:spMk id="709834185" creationId="{00000000-0000-0000-0000-000000000000}"/>
          </ac:spMkLst>
        </pc:spChg>
        <pc:spChg chg="mod">
          <ac:chgData name="Tomas Mucunas" userId="S::tomas.mucunas@stud.esdc.lt::09cb9570-f13e-4209-ac93-278a9d8e47f2" providerId="AD" clId="Web-{DE92824E-6D1E-A5F7-A24C-D2ED9F2BBC3B}" dt="2025-10-15T18:09:22.618" v="3" actId="1076"/>
          <ac:spMkLst>
            <pc:docMk/>
            <pc:sldMk cId="0" sldId="278"/>
            <ac:spMk id="801870383" creationId="{00000000-0000-0000-0000-000000000000}"/>
          </ac:spMkLst>
        </pc:spChg>
        <pc:spChg chg="mod">
          <ac:chgData name="Tomas Mucunas" userId="S::tomas.mucunas@stud.esdc.lt::09cb9570-f13e-4209-ac93-278a9d8e47f2" providerId="AD" clId="Web-{DE92824E-6D1E-A5F7-A24C-D2ED9F2BBC3B}" dt="2025-10-15T18:09:26.431" v="4" actId="1076"/>
          <ac:spMkLst>
            <pc:docMk/>
            <pc:sldMk cId="0" sldId="278"/>
            <ac:spMk id="1363661955" creationId="{00000000-0000-0000-0000-000000000000}"/>
          </ac:spMkLst>
        </pc:spChg>
        <pc:spChg chg="mod">
          <ac:chgData name="Tomas Mucunas" userId="S::tomas.mucunas@stud.esdc.lt::09cb9570-f13e-4209-ac93-278a9d8e47f2" providerId="AD" clId="Web-{DE92824E-6D1E-A5F7-A24C-D2ED9F2BBC3B}" dt="2025-10-15T18:04:00.828" v="0" actId="1076"/>
          <ac:spMkLst>
            <pc:docMk/>
            <pc:sldMk cId="0" sldId="278"/>
            <ac:spMk id="1894881968" creationId="{00000000-0000-0000-0000-000000000000}"/>
          </ac:spMkLst>
        </pc:spChg>
      </pc:sldChg>
    </pc:docChg>
  </pc:docChgLst>
  <pc:docChgLst>
    <pc:chgData name="Tomas Mucunas" userId="S::tomas.mucunas@stud.esdc.lt::09cb9570-f13e-4209-ac93-278a9d8e47f2" providerId="AD" clId="Web-{6A5142B9-8AAA-D65F-F014-B98D865C8A9A}"/>
    <pc:docChg chg="modSld">
      <pc:chgData name="Tomas Mucunas" userId="S::tomas.mucunas@stud.esdc.lt::09cb9570-f13e-4209-ac93-278a9d8e47f2" providerId="AD" clId="Web-{6A5142B9-8AAA-D65F-F014-B98D865C8A9A}" dt="2025-10-09T19:37:39.528" v="15" actId="1076"/>
      <pc:docMkLst>
        <pc:docMk/>
      </pc:docMkLst>
      <pc:sldChg chg="modSp">
        <pc:chgData name="Tomas Mucunas" userId="S::tomas.mucunas@stud.esdc.lt::09cb9570-f13e-4209-ac93-278a9d8e47f2" providerId="AD" clId="Web-{6A5142B9-8AAA-D65F-F014-B98D865C8A9A}" dt="2025-10-09T19:37:39.528" v="15" actId="1076"/>
        <pc:sldMkLst>
          <pc:docMk/>
          <pc:sldMk cId="0" sldId="263"/>
        </pc:sldMkLst>
        <pc:spChg chg="mod">
          <ac:chgData name="Tomas Mucunas" userId="S::tomas.mucunas@stud.esdc.lt::09cb9570-f13e-4209-ac93-278a9d8e47f2" providerId="AD" clId="Web-{6A5142B9-8AAA-D65F-F014-B98D865C8A9A}" dt="2025-10-09T19:37:39.528" v="15" actId="1076"/>
          <ac:spMkLst>
            <pc:docMk/>
            <pc:sldMk cId="0" sldId="263"/>
            <ac:spMk id="721331082" creationId="{00000000-0000-0000-0000-000000000000}"/>
          </ac:spMkLst>
        </pc:spChg>
        <pc:spChg chg="mod">
          <ac:chgData name="Tomas Mucunas" userId="S::tomas.mucunas@stud.esdc.lt::09cb9570-f13e-4209-ac93-278a9d8e47f2" providerId="AD" clId="Web-{6A5142B9-8AAA-D65F-F014-B98D865C8A9A}" dt="2025-10-09T19:37:35.747" v="14" actId="1076"/>
          <ac:spMkLst>
            <pc:docMk/>
            <pc:sldMk cId="0" sldId="263"/>
            <ac:spMk id="1698176478" creationId="{00000000-0000-0000-0000-000000000000}"/>
          </ac:spMkLst>
        </pc:spChg>
      </pc:sldChg>
      <pc:sldChg chg="modSp">
        <pc:chgData name="Tomas Mucunas" userId="S::tomas.mucunas@stud.esdc.lt::09cb9570-f13e-4209-ac93-278a9d8e47f2" providerId="AD" clId="Web-{6A5142B9-8AAA-D65F-F014-B98D865C8A9A}" dt="2025-10-09T19:36:16.089" v="11" actId="1076"/>
        <pc:sldMkLst>
          <pc:docMk/>
          <pc:sldMk cId="0" sldId="268"/>
        </pc:sldMkLst>
        <pc:spChg chg="mod">
          <ac:chgData name="Tomas Mucunas" userId="S::tomas.mucunas@stud.esdc.lt::09cb9570-f13e-4209-ac93-278a9d8e47f2" providerId="AD" clId="Web-{6A5142B9-8AAA-D65F-F014-B98D865C8A9A}" dt="2025-10-09T19:36:16.089" v="11" actId="1076"/>
          <ac:spMkLst>
            <pc:docMk/>
            <pc:sldMk cId="0" sldId="268"/>
            <ac:spMk id="1614150059" creationId="{00000000-0000-0000-0000-000000000000}"/>
          </ac:spMkLst>
        </pc:spChg>
      </pc:sldChg>
      <pc:sldChg chg="modSp">
        <pc:chgData name="Tomas Mucunas" userId="S::tomas.mucunas@stud.esdc.lt::09cb9570-f13e-4209-ac93-278a9d8e47f2" providerId="AD" clId="Web-{6A5142B9-8AAA-D65F-F014-B98D865C8A9A}" dt="2025-10-09T16:56:38.429" v="10" actId="1076"/>
        <pc:sldMkLst>
          <pc:docMk/>
          <pc:sldMk cId="0" sldId="278"/>
        </pc:sldMkLst>
        <pc:spChg chg="mod">
          <ac:chgData name="Tomas Mucunas" userId="S::tomas.mucunas@stud.esdc.lt::09cb9570-f13e-4209-ac93-278a9d8e47f2" providerId="AD" clId="Web-{6A5142B9-8AAA-D65F-F014-B98D865C8A9A}" dt="2025-10-09T16:56:30.570" v="8" actId="1076"/>
          <ac:spMkLst>
            <pc:docMk/>
            <pc:sldMk cId="0" sldId="278"/>
            <ac:spMk id="344519534" creationId="{00000000-0000-0000-0000-000000000000}"/>
          </ac:spMkLst>
        </pc:spChg>
        <pc:spChg chg="mod">
          <ac:chgData name="Tomas Mucunas" userId="S::tomas.mucunas@stud.esdc.lt::09cb9570-f13e-4209-ac93-278a9d8e47f2" providerId="AD" clId="Web-{6A5142B9-8AAA-D65F-F014-B98D865C8A9A}" dt="2025-10-09T16:56:38.429" v="10" actId="1076"/>
          <ac:spMkLst>
            <pc:docMk/>
            <pc:sldMk cId="0" sldId="278"/>
            <ac:spMk id="1363661955" creationId="{00000000-0000-0000-0000-000000000000}"/>
          </ac:spMkLst>
        </pc:spChg>
        <pc:spChg chg="mod">
          <ac:chgData name="Tomas Mucunas" userId="S::tomas.mucunas@stud.esdc.lt::09cb9570-f13e-4209-ac93-278a9d8e47f2" providerId="AD" clId="Web-{6A5142B9-8AAA-D65F-F014-B98D865C8A9A}" dt="2025-10-09T16:56:05.256" v="4" actId="1076"/>
          <ac:spMkLst>
            <pc:docMk/>
            <pc:sldMk cId="0" sldId="278"/>
            <ac:spMk id="1706564063" creationId="{00000000-0000-0000-0000-000000000000}"/>
          </ac:spMkLst>
        </pc:spChg>
        <pc:spChg chg="mod">
          <ac:chgData name="Tomas Mucunas" userId="S::tomas.mucunas@stud.esdc.lt::09cb9570-f13e-4209-ac93-278a9d8e47f2" providerId="AD" clId="Web-{6A5142B9-8AAA-D65F-F014-B98D865C8A9A}" dt="2025-10-09T16:56:33.351" v="9" actId="1076"/>
          <ac:spMkLst>
            <pc:docMk/>
            <pc:sldMk cId="0" sldId="278"/>
            <ac:spMk id="1894881968" creationId="{00000000-0000-0000-0000-000000000000}"/>
          </ac:spMkLst>
        </pc:spChg>
        <pc:spChg chg="mod">
          <ac:chgData name="Tomas Mucunas" userId="S::tomas.mucunas@stud.esdc.lt::09cb9570-f13e-4209-ac93-278a9d8e47f2" providerId="AD" clId="Web-{6A5142B9-8AAA-D65F-F014-B98D865C8A9A}" dt="2025-10-09T16:56:21.210" v="5" actId="1076"/>
          <ac:spMkLst>
            <pc:docMk/>
            <pc:sldMk cId="0" sldId="278"/>
            <ac:spMk id="2005423606" creationId="{00000000-0000-0000-0000-000000000000}"/>
          </ac:spMkLst>
        </pc:spChg>
        <pc:spChg chg="mod">
          <ac:chgData name="Tomas Mucunas" userId="S::tomas.mucunas@stud.esdc.lt::09cb9570-f13e-4209-ac93-278a9d8e47f2" providerId="AD" clId="Web-{6A5142B9-8AAA-D65F-F014-B98D865C8A9A}" dt="2025-10-09T16:56:26.804" v="7" actId="1076"/>
          <ac:spMkLst>
            <pc:docMk/>
            <pc:sldMk cId="0" sldId="278"/>
            <ac:spMk id="2133665636" creationId="{00000000-0000-0000-0000-000000000000}"/>
          </ac:spMkLst>
        </pc:spChg>
      </pc:sldChg>
    </pc:docChg>
  </pc:docChgLst>
  <pc:docChgLst>
    <pc:chgData name="Vadzim Ausianikau" userId="S::vadzim.ausianikau@stud.esdc.lt::51c4983e-3af1-4a7c-82a2-b6be2a8e24d7" providerId="AD" clId="Web-{383D1B74-88A9-4E05-B669-3126B0EBDDB8}"/>
    <pc:docChg chg="modSld">
      <pc:chgData name="Vadzim Ausianikau" userId="S::vadzim.ausianikau@stud.esdc.lt::51c4983e-3af1-4a7c-82a2-b6be2a8e24d7" providerId="AD" clId="Web-{383D1B74-88A9-4E05-B669-3126B0EBDDB8}" dt="2025-10-09T16:22:26.472" v="7" actId="1076"/>
      <pc:docMkLst>
        <pc:docMk/>
      </pc:docMkLst>
      <pc:sldChg chg="modSp">
        <pc:chgData name="Vadzim Ausianikau" userId="S::vadzim.ausianikau@stud.esdc.lt::51c4983e-3af1-4a7c-82a2-b6be2a8e24d7" providerId="AD" clId="Web-{383D1B74-88A9-4E05-B669-3126B0EBDDB8}" dt="2025-10-09T15:55:07.195" v="2" actId="1076"/>
        <pc:sldMkLst>
          <pc:docMk/>
          <pc:sldMk cId="0" sldId="268"/>
        </pc:sldMkLst>
        <pc:spChg chg="mod">
          <ac:chgData name="Vadzim Ausianikau" userId="S::vadzim.ausianikau@stud.esdc.lt::51c4983e-3af1-4a7c-82a2-b6be2a8e24d7" providerId="AD" clId="Web-{383D1B74-88A9-4E05-B669-3126B0EBDDB8}" dt="2025-10-09T15:55:07.195" v="2" actId="1076"/>
          <ac:spMkLst>
            <pc:docMk/>
            <pc:sldMk cId="0" sldId="268"/>
            <ac:spMk id="1009508892" creationId="{00000000-0000-0000-0000-000000000000}"/>
          </ac:spMkLst>
        </pc:spChg>
        <pc:spChg chg="mod">
          <ac:chgData name="Vadzim Ausianikau" userId="S::vadzim.ausianikau@stud.esdc.lt::51c4983e-3af1-4a7c-82a2-b6be2a8e24d7" providerId="AD" clId="Web-{383D1B74-88A9-4E05-B669-3126B0EBDDB8}" dt="2025-10-09T15:54:47.788" v="1" actId="1076"/>
          <ac:spMkLst>
            <pc:docMk/>
            <pc:sldMk cId="0" sldId="268"/>
            <ac:spMk id="1614150059" creationId="{00000000-0000-0000-0000-000000000000}"/>
          </ac:spMkLst>
        </pc:spChg>
      </pc:sldChg>
      <pc:sldChg chg="modSp">
        <pc:chgData name="Vadzim Ausianikau" userId="S::vadzim.ausianikau@stud.esdc.lt::51c4983e-3af1-4a7c-82a2-b6be2a8e24d7" providerId="AD" clId="Web-{383D1B74-88A9-4E05-B669-3126B0EBDDB8}" dt="2025-10-09T15:57:51.493" v="3" actId="1076"/>
        <pc:sldMkLst>
          <pc:docMk/>
          <pc:sldMk cId="0" sldId="269"/>
        </pc:sldMkLst>
        <pc:spChg chg="mod">
          <ac:chgData name="Vadzim Ausianikau" userId="S::vadzim.ausianikau@stud.esdc.lt::51c4983e-3af1-4a7c-82a2-b6be2a8e24d7" providerId="AD" clId="Web-{383D1B74-88A9-4E05-B669-3126B0EBDDB8}" dt="2025-10-09T15:57:51.493" v="3" actId="1076"/>
          <ac:spMkLst>
            <pc:docMk/>
            <pc:sldMk cId="0" sldId="269"/>
            <ac:spMk id="57700633" creationId="{00000000-0000-0000-0000-000000000000}"/>
          </ac:spMkLst>
        </pc:spChg>
      </pc:sldChg>
      <pc:sldChg chg="modSp">
        <pc:chgData name="Vadzim Ausianikau" userId="S::vadzim.ausianikau@stud.esdc.lt::51c4983e-3af1-4a7c-82a2-b6be2a8e24d7" providerId="AD" clId="Web-{383D1B74-88A9-4E05-B669-3126B0EBDDB8}" dt="2025-10-09T16:12:23.978" v="5" actId="1076"/>
        <pc:sldMkLst>
          <pc:docMk/>
          <pc:sldMk cId="0" sldId="279"/>
        </pc:sldMkLst>
        <pc:spChg chg="mod">
          <ac:chgData name="Vadzim Ausianikau" userId="S::vadzim.ausianikau@stud.esdc.lt::51c4983e-3af1-4a7c-82a2-b6be2a8e24d7" providerId="AD" clId="Web-{383D1B74-88A9-4E05-B669-3126B0EBDDB8}" dt="2025-10-09T16:12:23.978" v="5" actId="1076"/>
          <ac:spMkLst>
            <pc:docMk/>
            <pc:sldMk cId="0" sldId="279"/>
            <ac:spMk id="626046159" creationId="{00000000-0000-0000-0000-000000000000}"/>
          </ac:spMkLst>
        </pc:spChg>
        <pc:spChg chg="mod">
          <ac:chgData name="Vadzim Ausianikau" userId="S::vadzim.ausianikau@stud.esdc.lt::51c4983e-3af1-4a7c-82a2-b6be2a8e24d7" providerId="AD" clId="Web-{383D1B74-88A9-4E05-B669-3126B0EBDDB8}" dt="2025-10-09T16:12:19.400" v="4" actId="1076"/>
          <ac:spMkLst>
            <pc:docMk/>
            <pc:sldMk cId="0" sldId="279"/>
            <ac:spMk id="1040006834" creationId="{00000000-0000-0000-0000-000000000000}"/>
          </ac:spMkLst>
        </pc:spChg>
      </pc:sldChg>
      <pc:sldChg chg="modSp">
        <pc:chgData name="Vadzim Ausianikau" userId="S::vadzim.ausianikau@stud.esdc.lt::51c4983e-3af1-4a7c-82a2-b6be2a8e24d7" providerId="AD" clId="Web-{383D1B74-88A9-4E05-B669-3126B0EBDDB8}" dt="2025-10-09T16:22:26.472" v="7" actId="1076"/>
        <pc:sldMkLst>
          <pc:docMk/>
          <pc:sldMk cId="0" sldId="282"/>
        </pc:sldMkLst>
        <pc:spChg chg="mod">
          <ac:chgData name="Vadzim Ausianikau" userId="S::vadzim.ausianikau@stud.esdc.lt::51c4983e-3af1-4a7c-82a2-b6be2a8e24d7" providerId="AD" clId="Web-{383D1B74-88A9-4E05-B669-3126B0EBDDB8}" dt="2025-10-09T16:22:26.472" v="7" actId="1076"/>
          <ac:spMkLst>
            <pc:docMk/>
            <pc:sldMk cId="0" sldId="282"/>
            <ac:spMk id="10247043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3060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904459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26DA449-81D0-4C65-80FA-E84926361CC3}" type="datetimeFigureOut">
              <a:rPr lang="en-US"/>
              <a:t>11/2/25</a:t>
            </a:fld>
            <a:endParaRPr lang="en-US"/>
          </a:p>
        </p:txBody>
      </p:sp>
      <p:sp>
        <p:nvSpPr>
          <p:cNvPr id="1418302082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88929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55135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310800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BA5C3A5-A464-4897-B884-BB9B35180A5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91F2A0-6387-0630-130A-C78B3E9F219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72A9D3-D56B-C241-4B0A-F4ED462944E1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5524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4159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6344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27340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3823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713765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2F63DE-9504-24D5-CA70-114004D018D5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952EA3-ECD0-C5F0-0160-92005784CCD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5A6A14-1EB1-3083-6BA3-B5060FE39D9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76C499-CE06-B0E1-7CAD-8D78826E4D76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95F448-FE54-4750-8A47-8091836A82E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7967C-10AF-A336-0E6C-8133BF5EF3A0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4410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82739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014198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42513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43474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493433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38778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17619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854574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6829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74238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81751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16353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39450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426530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29704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0071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859502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3160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00622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288498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625871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8511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000825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8405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48312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361481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6871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97951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393326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63132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39524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694552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70279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82728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257714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63D1A4-47FA-21A2-05BB-E42634733CB4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20018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328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552696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BA5C3A5-A464-4897-B884-BB9B35180A5B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DD33AB-5D2B-6564-E078-67BD4D68FC62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9C72F0-96CA-DC27-A279-A1F3E97E3723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1DBECD-E16F-D4C1-5660-83ED274BB69A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ver-Blac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103481" name="Rectangle 8"/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txBody>
          <a:bodyPr wrap="none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1801464641" name="Text Placehold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372213" y="4479572"/>
            <a:ext cx="1447573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/>
                <a:cs typeface="Calibri Light"/>
              </a:defRPr>
            </a:lvl1pPr>
            <a:lvl2pPr>
              <a:buNone/>
              <a:defRPr/>
            </a:lvl2pPr>
          </a:lstStyle>
          <a:p>
            <a:pPr lvl="0">
              <a:defRPr/>
            </a:pPr>
            <a:r>
              <a:rPr lang="en-US"/>
              <a:t>Kiril Kuzmin</a:t>
            </a:r>
          </a:p>
        </p:txBody>
      </p:sp>
      <p:sp>
        <p:nvSpPr>
          <p:cNvPr id="264659222" name="Text Placehold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133882" y="5228068"/>
            <a:ext cx="206458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>
              <a:defRPr/>
            </a:pPr>
            <a:r>
              <a:rPr lang="en-US"/>
              <a:t>October 4, 2022</a:t>
            </a:r>
          </a:p>
        </p:txBody>
      </p:sp>
      <p:sp>
        <p:nvSpPr>
          <p:cNvPr id="11359179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3517977" y="2564930"/>
            <a:ext cx="5509290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/>
              <a:defRPr/>
            </a:pPr>
            <a:r>
              <a:rPr lang="en-US"/>
              <a:t>Presentation title</a:t>
            </a:r>
            <a:endParaRPr/>
          </a:p>
        </p:txBody>
      </p:sp>
      <p:pic>
        <p:nvPicPr>
          <p:cNvPr id="1802106508" name="Рисунок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210727" y="261914"/>
            <a:ext cx="3059722" cy="846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-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679672" name="Title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4552" cy="965200"/>
          </a:xfrm>
        </p:spPr>
        <p:txBody>
          <a:bodyPr/>
          <a:lstStyle>
            <a:lvl1pPr>
              <a:defRPr b="0">
                <a:solidFill>
                  <a:srgbClr val="00206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35402482" name="Text Placeholder 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57200" y="1530928"/>
            <a:ext cx="4151745" cy="3349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200" indent="-457200">
              <a:buFont typeface="Wingdings"/>
              <a:buChar char="q"/>
              <a:defRPr sz="2800" b="0">
                <a:latin typeface="+mn-lt"/>
                <a:cs typeface="Calibri Light"/>
              </a:defRPr>
            </a:lvl1pPr>
            <a:lvl2pPr marL="685800" indent="-228600">
              <a:buFont typeface="Wingdings"/>
              <a:buChar char="Ø"/>
              <a:defRPr sz="2400"/>
            </a:lvl2pPr>
            <a:lvl3pPr marL="1143000" indent="-228600">
              <a:buFont typeface="Wingdings"/>
              <a:buChar char="§"/>
              <a:defRPr sz="2000"/>
            </a:lvl3pPr>
          </a:lstStyle>
          <a:p>
            <a:pPr lvl="0">
              <a:defRPr/>
            </a:pPr>
            <a:r>
              <a:rPr lang="en-US"/>
              <a:t>Main text</a:t>
            </a:r>
            <a:endParaRPr/>
          </a:p>
          <a:p>
            <a:pPr lvl="1">
              <a:defRPr/>
            </a:pPr>
            <a:r>
              <a:rPr lang="en-US"/>
              <a:t>bullet 1</a:t>
            </a:r>
            <a:endParaRPr/>
          </a:p>
          <a:p>
            <a:pPr lvl="1">
              <a:defRPr/>
            </a:pPr>
            <a:r>
              <a:rPr lang="en-US"/>
              <a:t>bullet 2</a:t>
            </a:r>
            <a:endParaRPr/>
          </a:p>
          <a:p>
            <a:pPr lvl="2">
              <a:defRPr/>
            </a:pPr>
            <a:r>
              <a:rPr lang="en-US"/>
              <a:t>sub-bullet</a:t>
            </a:r>
            <a:endParaRPr/>
          </a:p>
          <a:p>
            <a:pPr lvl="1">
              <a:defRPr/>
            </a:pPr>
            <a:endParaRPr lang="en-US"/>
          </a:p>
          <a:p>
            <a:pPr lvl="1">
              <a:defRPr/>
            </a:pPr>
            <a:endParaRPr lang="en-US"/>
          </a:p>
          <a:p>
            <a:pPr lvl="0"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89979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39495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1" y="1208811"/>
            <a:ext cx="10672618" cy="42406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222222"/>
                </a:solidFill>
                <a:latin typeface="Calibri"/>
                <a:cs typeface="Calibri"/>
              </a:rPr>
              <a:t>It’s the main text</a:t>
            </a:r>
            <a:endParaRPr/>
          </a:p>
          <a:p>
            <a:pPr marL="182880" marR="0" lvl="1" indent="-182880" algn="l" defTabSz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/>
              <a:buChar char="•"/>
              <a:defRPr/>
            </a:pPr>
            <a:r>
              <a:rPr lang="en-US" sz="1400" b="0" i="0" u="none" strike="noStrike" cap="none" spc="0">
                <a:ln>
                  <a:noFill/>
                </a:ln>
                <a:solidFill>
                  <a:srgbClr val="222222"/>
                </a:solidFill>
                <a:latin typeface="Calibri"/>
                <a:cs typeface="Calibri"/>
              </a:rPr>
              <a:t>Second level</a:t>
            </a:r>
            <a:endParaRPr/>
          </a:p>
          <a:p>
            <a:pPr marL="365760" marR="0" lvl="2" indent="-182880" algn="l" defTabSz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/>
              <a:buChar char="→"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srgbClr val="222222"/>
                </a:solidFill>
                <a:latin typeface="Calibri"/>
                <a:cs typeface="Calibri"/>
              </a:rPr>
              <a:t>Third level</a:t>
            </a:r>
            <a:endParaRPr lang="en-US"/>
          </a:p>
        </p:txBody>
      </p:sp>
      <p:grpSp>
        <p:nvGrpSpPr>
          <p:cNvPr id="2121457126" name="Group 2"/>
          <p:cNvGrpSpPr/>
          <p:nvPr userDrawn="1"/>
        </p:nvGrpSpPr>
        <p:grpSpPr bwMode="auto">
          <a:xfrm>
            <a:off x="375920" y="5990240"/>
            <a:ext cx="1532080" cy="756000"/>
            <a:chOff x="375920" y="5990240"/>
            <a:chExt cx="1532080" cy="756000"/>
          </a:xfrm>
        </p:grpSpPr>
        <p:sp>
          <p:nvSpPr>
            <p:cNvPr id="4" name="Rectangle 3"/>
            <p:cNvSpPr/>
            <p:nvPr/>
          </p:nvSpPr>
          <p:spPr bwMode="auto">
            <a:xfrm>
              <a:off x="375920" y="6421120"/>
              <a:ext cx="721360" cy="225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>
                <a:defRPr/>
              </a:pPr>
              <a:endParaRPr sz="2400">
                <a:solidFill>
                  <a:schemeClr val="bg1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pic>
          <p:nvPicPr>
            <p:cNvPr id="5" name="Graphic 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-378" t="18514" r="-378" b="28589"/>
            <a:stretch/>
          </p:blipFill>
          <p:spPr bwMode="auto">
            <a:xfrm>
              <a:off x="468000" y="5990240"/>
              <a:ext cx="1440000" cy="75600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>
        <a:lnSpc>
          <a:spcPct val="100000"/>
        </a:lnSpc>
        <a:spcBef>
          <a:spcPts val="0"/>
        </a:spcBef>
        <a:buNone/>
        <a:defRPr sz="3600" b="0" i="0">
          <a:solidFill>
            <a:schemeClr val="tx1"/>
          </a:solidFill>
          <a:latin typeface="+mj-lt"/>
          <a:ea typeface="Calibri"/>
          <a:cs typeface="Calibri"/>
        </a:defRPr>
      </a:lvl1pPr>
    </p:titleStyle>
    <p:bodyStyle>
      <a:lvl1pPr marL="0" indent="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None/>
        <a:defRPr sz="1600" b="0" i="0">
          <a:solidFill>
            <a:schemeClr val="tx1"/>
          </a:solidFill>
          <a:latin typeface="+mn-lt"/>
          <a:ea typeface="Calibri"/>
          <a:cs typeface="Calibri"/>
        </a:defRPr>
      </a:lvl1pPr>
      <a:lvl2pPr marL="6858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600" b="0" i="0">
          <a:solidFill>
            <a:schemeClr val="tx1"/>
          </a:solidFill>
          <a:latin typeface="+mn-lt"/>
          <a:ea typeface="Calibri"/>
          <a:cs typeface="Calibri"/>
        </a:defRPr>
      </a:lvl2pPr>
      <a:lvl3pPr marL="11430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400" b="0" i="0">
          <a:solidFill>
            <a:schemeClr val="tx1"/>
          </a:solidFill>
          <a:latin typeface="+mn-lt"/>
          <a:ea typeface="Calibri"/>
          <a:cs typeface="Calibri"/>
        </a:defRPr>
      </a:lvl3pPr>
      <a:lvl4pPr marL="16002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200" b="0" i="0">
          <a:solidFill>
            <a:schemeClr val="tx1"/>
          </a:solidFill>
          <a:latin typeface="+mn-lt"/>
          <a:ea typeface="Calibri"/>
          <a:cs typeface="Calibri"/>
        </a:defRPr>
      </a:lvl4pPr>
      <a:lvl5pPr marL="2057400" indent="-228600" algn="l" defTabSz="914400" rtl="0">
        <a:lnSpc>
          <a:spcPct val="110000"/>
        </a:lnSpc>
        <a:spcBef>
          <a:spcPts val="600"/>
        </a:spcBef>
        <a:spcAft>
          <a:spcPts val="0"/>
        </a:spcAft>
        <a:buFont typeface="Arial"/>
        <a:buChar char="•"/>
        <a:defRPr sz="1200" b="0" i="0">
          <a:solidFill>
            <a:schemeClr val="tx1"/>
          </a:solidFill>
          <a:latin typeface="+mn-lt"/>
          <a:ea typeface="Calibri"/>
          <a:cs typeface="Calibri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Zeno%27s_paradox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_MxCXGF9N-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635071" name="Title 3"/>
          <p:cNvSpPr>
            <a:spLocks noGrp="1"/>
          </p:cNvSpPr>
          <p:nvPr>
            <p:ph type="title"/>
          </p:nvPr>
        </p:nvSpPr>
        <p:spPr bwMode="auto">
          <a:xfrm>
            <a:off x="1838632" y="2690336"/>
            <a:ext cx="8888362" cy="1477328"/>
          </a:xfrm>
        </p:spPr>
        <p:txBody>
          <a:bodyPr/>
          <a:lstStyle/>
          <a:p>
            <a:pPr>
              <a:defRPr/>
            </a:pPr>
            <a:r>
              <a:rPr lang="en-US" sz="4800"/>
              <a:t>Discrete Mathematics: Introduction</a:t>
            </a:r>
            <a:br>
              <a:rPr lang="en-US" sz="4800"/>
            </a:br>
            <a:r>
              <a:rPr lang="en-US" sz="4800"/>
              <a:t>Basics of Linear Algebra: Matrices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1672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 нашем курсе</a:t>
            </a:r>
            <a:endParaRPr lang="en-US"/>
          </a:p>
        </p:txBody>
      </p:sp>
      <p:sp>
        <p:nvSpPr>
          <p:cNvPr id="1197228435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1" y="1530928"/>
            <a:ext cx="4724399" cy="2386487"/>
          </a:xfrm>
        </p:spPr>
        <p:txBody>
          <a:bodyPr/>
          <a:lstStyle/>
          <a:p>
            <a:pPr>
              <a:defRPr/>
            </a:pPr>
            <a:r>
              <a:rPr lang="ru-RU"/>
              <a:t>Курс включает</a:t>
            </a:r>
            <a:endParaRPr/>
          </a:p>
          <a:p>
            <a:pPr lvl="1">
              <a:defRPr/>
            </a:pPr>
            <a:r>
              <a:rPr lang="ru-RU"/>
              <a:t>Основы линейной алгебры</a:t>
            </a:r>
            <a:endParaRPr/>
          </a:p>
          <a:p>
            <a:pPr lvl="1">
              <a:defRPr/>
            </a:pPr>
            <a:r>
              <a:rPr lang="ru-RU"/>
              <a:t>Математическую индукцию</a:t>
            </a:r>
            <a:endParaRPr/>
          </a:p>
          <a:p>
            <a:pPr lvl="1">
              <a:defRPr/>
            </a:pPr>
            <a:r>
              <a:rPr lang="ru-RU"/>
              <a:t>Комбинаторику</a:t>
            </a:r>
            <a:endParaRPr/>
          </a:p>
          <a:p>
            <a:pPr lvl="1">
              <a:defRPr/>
            </a:pPr>
            <a:r>
              <a:rPr lang="ru-RU"/>
              <a:t>Основы теории графов</a:t>
            </a:r>
            <a:endParaRPr/>
          </a:p>
        </p:txBody>
      </p:sp>
      <p:sp>
        <p:nvSpPr>
          <p:cNvPr id="510923180" name="Text Placeholder 2"/>
          <p:cNvSpPr txBox="1"/>
          <p:nvPr/>
        </p:nvSpPr>
        <p:spPr bwMode="auto">
          <a:xfrm>
            <a:off x="5850194" y="1525721"/>
            <a:ext cx="6168423" cy="286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/>
              <a:buChar char="q"/>
              <a:defRPr sz="2800" b="0" i="0">
                <a:solidFill>
                  <a:schemeClr val="tx1"/>
                </a:solidFill>
                <a:latin typeface="+mn-lt"/>
                <a:ea typeface="Calibri"/>
                <a:cs typeface="Calibri Light"/>
              </a:defRPr>
            </a:lvl1pPr>
            <a:lvl2pPr marL="685800" indent="-22860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/>
              <a:buChar char="Ø"/>
              <a:defRPr sz="2400" b="0" i="0">
                <a:solidFill>
                  <a:schemeClr val="tx1"/>
                </a:solidFill>
                <a:latin typeface="+mn-lt"/>
                <a:ea typeface="Calibri"/>
                <a:cs typeface="Calibri"/>
              </a:defRPr>
            </a:lvl2pPr>
            <a:lvl3pPr marL="1143000" indent="-22860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/>
              <a:buChar char="§"/>
              <a:defRPr sz="2000" b="0" i="0">
                <a:solidFill>
                  <a:schemeClr val="tx1"/>
                </a:solidFill>
                <a:latin typeface="+mn-lt"/>
                <a:ea typeface="Calibri"/>
                <a:cs typeface="Calibri"/>
              </a:defRPr>
            </a:lvl3pPr>
            <a:lvl4pPr marL="1600200" indent="-22860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200" b="0" i="0">
                <a:solidFill>
                  <a:schemeClr val="tx1"/>
                </a:solidFill>
                <a:latin typeface="+mn-lt"/>
                <a:ea typeface="Calibri"/>
                <a:cs typeface="Calibri"/>
              </a:defRPr>
            </a:lvl4pPr>
            <a:lvl5pPr marL="2057400" indent="-22860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200" b="0" i="0">
                <a:solidFill>
                  <a:schemeClr val="tx1"/>
                </a:solidFill>
                <a:latin typeface="+mn-lt"/>
                <a:ea typeface="Calibri"/>
                <a:cs typeface="Calibri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Оценка</a:t>
            </a:r>
            <a:endParaRPr/>
          </a:p>
          <a:p>
            <a:pPr lvl="1">
              <a:defRPr/>
            </a:pPr>
            <a:r>
              <a:rPr lang="en-US"/>
              <a:t>3</a:t>
            </a:r>
            <a:r>
              <a:rPr lang="ru-RU"/>
              <a:t>0% = два теста на практических занятиях</a:t>
            </a:r>
            <a:endParaRPr/>
          </a:p>
          <a:p>
            <a:pPr lvl="1">
              <a:defRPr/>
            </a:pPr>
            <a:r>
              <a:rPr lang="en-US"/>
              <a:t>25</a:t>
            </a:r>
            <a:r>
              <a:rPr lang="ru-RU"/>
              <a:t>% = промежуточный экзамен</a:t>
            </a:r>
            <a:endParaRPr/>
          </a:p>
          <a:p>
            <a:pPr lvl="1">
              <a:defRPr/>
            </a:pPr>
            <a:r>
              <a:rPr lang="en-US"/>
              <a:t>25</a:t>
            </a:r>
            <a:r>
              <a:rPr lang="ru-RU"/>
              <a:t>% = финальный экзамен</a:t>
            </a:r>
            <a:endParaRPr lang="en-US"/>
          </a:p>
          <a:p>
            <a:pPr lvl="1">
              <a:defRPr/>
            </a:pPr>
            <a:r>
              <a:rPr lang="en-US"/>
              <a:t>10% = </a:t>
            </a:r>
            <a:r>
              <a:rPr lang="ru-RU"/>
              <a:t>активная работа на лекциях</a:t>
            </a:r>
            <a:endParaRPr/>
          </a:p>
          <a:p>
            <a:pPr lvl="1">
              <a:defRPr/>
            </a:pPr>
            <a:r>
              <a:rPr lang="ru-RU"/>
              <a:t>10% = активная работа на практиках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2899815" name="Picture 6" descr="Chart, line chart&#10;&#10;Description automatically generated"/>
          <p:cNvPicPr>
            <a:picLocks noChangeAspect="1"/>
          </p:cNvPicPr>
          <p:nvPr/>
        </p:nvPicPr>
        <p:blipFill>
          <a:blip r:embed="rId3"/>
          <a:srcRect l="6658" t="939" r="12463" b="1885"/>
          <a:stretch/>
        </p:blipFill>
        <p:spPr bwMode="auto">
          <a:xfrm>
            <a:off x="1141475" y="1422400"/>
            <a:ext cx="9906001" cy="4830915"/>
          </a:xfrm>
          <a:prstGeom prst="rect">
            <a:avLst/>
          </a:prstGeom>
        </p:spPr>
      </p:pic>
      <p:sp>
        <p:nvSpPr>
          <p:cNvPr id="13997412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изучает дискретная математика</a:t>
            </a:r>
            <a:r>
              <a:rPr lang="af-ZA"/>
              <a:t>?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5076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Непрерывность – это иллюзия</a:t>
            </a:r>
            <a:r>
              <a:rPr lang="af-ZA"/>
              <a:t>?</a:t>
            </a:r>
            <a:endParaRPr lang="en-US"/>
          </a:p>
        </p:txBody>
      </p:sp>
      <p:sp>
        <p:nvSpPr>
          <p:cNvPr id="481996034" name="TextBox 2"/>
          <p:cNvSpPr txBox="1"/>
          <p:nvPr/>
        </p:nvSpPr>
        <p:spPr bwMode="auto">
          <a:xfrm>
            <a:off x="619431" y="1779638"/>
            <a:ext cx="5171769" cy="184665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Wingdings"/>
              <a:buChar char="q"/>
              <a:defRPr/>
            </a:pPr>
            <a:r>
              <a:rPr lang="ru-RU" sz="2400"/>
              <a:t>Апории</a:t>
            </a:r>
            <a:r>
              <a:rPr lang="af-ZA" sz="2400"/>
              <a:t>/</a:t>
            </a:r>
            <a:r>
              <a:rPr lang="ru-RU" sz="2400"/>
              <a:t>трудности</a:t>
            </a:r>
            <a:r>
              <a:rPr lang="af-ZA" sz="2400"/>
              <a:t>/</a:t>
            </a:r>
            <a:r>
              <a:rPr lang="ru-RU" sz="2400"/>
              <a:t>парадоксы Зенона </a:t>
            </a:r>
            <a:r>
              <a:rPr lang="af-ZA" sz="2400">
                <a:solidFill>
                  <a:srgbClr val="00B050"/>
                </a:solidFill>
              </a:rPr>
              <a:t>(</a:t>
            </a:r>
            <a:r>
              <a:rPr lang="en-US" sz="2400" u="sng">
                <a:solidFill>
                  <a:srgbClr val="00B050"/>
                </a:solidFill>
                <a:hlinkClick r:id="rId3"/>
              </a:rPr>
              <a:t>Zeno's paradoxes</a:t>
            </a:r>
            <a:r>
              <a:rPr lang="en-US" sz="2400">
                <a:solidFill>
                  <a:srgbClr val="00B050"/>
                </a:solidFill>
              </a:rPr>
              <a:t>)</a:t>
            </a:r>
            <a:endParaRPr lang="ru-RU" sz="2400">
              <a:solidFill>
                <a:srgbClr val="00B050"/>
              </a:solidFill>
            </a:endParaRPr>
          </a:p>
          <a:p>
            <a:pPr marL="742950" lvl="1" indent="-285750">
              <a:buFont typeface="Wingdings"/>
              <a:buChar char="ü"/>
              <a:defRPr/>
            </a:pPr>
            <a:r>
              <a:rPr lang="ru-RU" sz="2400"/>
              <a:t>Ахиллес и черепаха</a:t>
            </a:r>
            <a:endParaRPr/>
          </a:p>
          <a:p>
            <a:pPr marL="742950" lvl="1" indent="-285750">
              <a:buFont typeface="Wingdings"/>
              <a:buChar char="ü"/>
              <a:defRPr/>
            </a:pPr>
            <a:r>
              <a:rPr lang="ru-RU" sz="2400"/>
              <a:t>Стрела</a:t>
            </a:r>
            <a:endParaRPr/>
          </a:p>
          <a:p>
            <a:pPr marL="742950" lvl="1" indent="-285750">
              <a:buFont typeface="Wingdings"/>
              <a:buChar char="ü"/>
              <a:defRPr/>
            </a:pPr>
            <a:r>
              <a:rPr lang="ru-RU" sz="2400"/>
              <a:t>Дихотомия</a:t>
            </a:r>
            <a:endParaRPr lang="en-US" sz="2400"/>
          </a:p>
        </p:txBody>
      </p:sp>
      <p:pic>
        <p:nvPicPr>
          <p:cNvPr id="193337693" name="Picture 8" descr="Diagram&#10;&#10;Description automatically generated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452815" y="1498603"/>
            <a:ext cx="6434386" cy="4255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91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Линейная алгебра</a:t>
            </a:r>
            <a:r>
              <a:rPr lang="af-ZA"/>
              <a:t>:</a:t>
            </a:r>
            <a:r>
              <a:rPr lang="ru-RU"/>
              <a:t> что это и зачем</a:t>
            </a:r>
            <a:endParaRPr lang="en-US"/>
          </a:p>
        </p:txBody>
      </p:sp>
      <p:sp>
        <p:nvSpPr>
          <p:cNvPr id="810631325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235960"/>
            <a:ext cx="11449665" cy="4996432"/>
          </a:xfrm>
        </p:spPr>
        <p:txBody>
          <a:bodyPr/>
          <a:lstStyle/>
          <a:p>
            <a:pPr>
              <a:defRPr/>
            </a:pPr>
            <a:r>
              <a:rPr lang="ru-RU"/>
              <a:t>Алгебра – это восполнение</a:t>
            </a:r>
            <a:r>
              <a:rPr lang="en-US"/>
              <a:t>/</a:t>
            </a:r>
            <a:r>
              <a:rPr lang="ru-RU"/>
              <a:t>обобщение</a:t>
            </a:r>
            <a:r>
              <a:rPr lang="en-US"/>
              <a:t> </a:t>
            </a:r>
            <a:r>
              <a:rPr lang="ru-RU"/>
              <a:t>арифметики</a:t>
            </a:r>
            <a:endParaRPr/>
          </a:p>
          <a:p>
            <a:pPr>
              <a:defRPr/>
            </a:pPr>
            <a:r>
              <a:rPr lang="ru-RU"/>
              <a:t>Алгебра изучает операции над элементами множеств произвольной природы </a:t>
            </a:r>
            <a:r>
              <a:rPr lang="ru-RU">
                <a:solidFill>
                  <a:srgbClr val="0070C0"/>
                </a:solidFill>
              </a:rPr>
              <a:t>(не только числами)</a:t>
            </a:r>
            <a:endParaRPr/>
          </a:p>
          <a:p>
            <a:pPr>
              <a:defRPr/>
            </a:pPr>
            <a:r>
              <a:rPr lang="ru-RU"/>
              <a:t>Алгебра обобщает обычные операции </a:t>
            </a:r>
            <a:r>
              <a:rPr lang="ru-RU" i="1">
                <a:solidFill>
                  <a:srgbClr val="002060"/>
                </a:solidFill>
              </a:rPr>
              <a:t>сложения и умножения</a:t>
            </a:r>
            <a:r>
              <a:rPr lang="ru-RU">
                <a:solidFill>
                  <a:srgbClr val="002060"/>
                </a:solidFill>
              </a:rPr>
              <a:t> </a:t>
            </a:r>
            <a:r>
              <a:rPr lang="ru-RU"/>
              <a:t>чисел</a:t>
            </a:r>
            <a:endParaRPr/>
          </a:p>
          <a:p>
            <a:pPr>
              <a:defRPr/>
            </a:pPr>
            <a:r>
              <a:rPr lang="ru-RU"/>
              <a:t>Алгебра</a:t>
            </a:r>
            <a:endParaRPr/>
          </a:p>
          <a:p>
            <a:pPr lvl="1">
              <a:defRPr/>
            </a:pPr>
            <a:r>
              <a:rPr lang="ru-RU"/>
              <a:t>Элементарная (то, что изучалось в школе)</a:t>
            </a:r>
            <a:endParaRPr/>
          </a:p>
          <a:p>
            <a:pPr lvl="1">
              <a:defRPr/>
            </a:pPr>
            <a:r>
              <a:rPr lang="ru-RU" u="sng">
                <a:hlinkClick r:id="rId3"/>
              </a:rPr>
              <a:t>Линейная</a:t>
            </a:r>
            <a:r>
              <a:rPr lang="ru-RU"/>
              <a:t> (будем изучать сейчас)</a:t>
            </a:r>
            <a:endParaRPr/>
          </a:p>
          <a:p>
            <a:pPr lvl="1">
              <a:defRPr/>
            </a:pPr>
            <a:r>
              <a:rPr lang="ru-RU"/>
              <a:t>Общая</a:t>
            </a:r>
            <a:endParaRPr/>
          </a:p>
          <a:p>
            <a:pPr lvl="1">
              <a:defRPr/>
            </a:pPr>
            <a:r>
              <a:rPr lang="ru-RU"/>
              <a:t>Универсальная</a:t>
            </a:r>
            <a:endParaRPr/>
          </a:p>
          <a:p>
            <a:pPr lvl="1">
              <a:defRPr/>
            </a:pPr>
            <a:r>
              <a:rPr lang="ru-RU"/>
              <a:t>…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7921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Линейная алгебра</a:t>
            </a:r>
            <a:r>
              <a:rPr lang="af-ZA"/>
              <a:t>:</a:t>
            </a:r>
            <a:r>
              <a:rPr lang="ru-RU"/>
              <a:t> рекомендуемые книги</a:t>
            </a:r>
            <a:endParaRPr lang="en-US"/>
          </a:p>
        </p:txBody>
      </p:sp>
      <p:sp>
        <p:nvSpPr>
          <p:cNvPr id="355199421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199" y="1530928"/>
            <a:ext cx="11430001" cy="3407984"/>
          </a:xfrm>
        </p:spPr>
        <p:txBody>
          <a:bodyPr/>
          <a:lstStyle/>
          <a:p>
            <a:pPr>
              <a:defRPr/>
            </a:pPr>
            <a:r>
              <a:rPr lang="ru-RU" i="1"/>
              <a:t>Письменный Д. Т. </a:t>
            </a:r>
            <a:r>
              <a:rPr lang="ru-RU"/>
              <a:t>Конспект лекций по высшей математике </a:t>
            </a:r>
            <a:endParaRPr/>
          </a:p>
          <a:p>
            <a:pPr lvl="1">
              <a:defRPr/>
            </a:pPr>
            <a:r>
              <a:rPr lang="ru-RU">
                <a:solidFill>
                  <a:srgbClr val="0070C0"/>
                </a:solidFill>
              </a:rPr>
              <a:t>Полный курс</a:t>
            </a:r>
            <a:endParaRPr/>
          </a:p>
          <a:p>
            <a:pPr marL="457200" lvl="1" indent="0">
              <a:buNone/>
              <a:defRPr/>
            </a:pPr>
            <a:r>
              <a:rPr lang="ru-RU"/>
              <a:t>или</a:t>
            </a:r>
            <a:endParaRPr/>
          </a:p>
          <a:p>
            <a:pPr marL="685800" marR="0" lvl="1" indent="-228600" algn="l" defTabSz="914400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/>
              <a:buChar char="Ø"/>
              <a:defRPr/>
            </a:pPr>
            <a:r>
              <a:rPr lang="ru-RU">
                <a:solidFill>
                  <a:srgbClr val="0070C0"/>
                </a:solidFill>
                <a:latin typeface="Calibri"/>
              </a:rPr>
              <a:t>Часть 1</a:t>
            </a:r>
            <a:endParaRPr lang="ru-RU" sz="2400" b="0" i="0" u="none" strike="noStrike" cap="none" spc="0">
              <a:ln>
                <a:noFill/>
              </a:ln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  <a:p>
            <a:pPr marL="457200" lvl="1" indent="0">
              <a:buNone/>
              <a:defRPr/>
            </a:pPr>
            <a:endParaRPr lang="ru-RU"/>
          </a:p>
          <a:p>
            <a:pPr>
              <a:defRPr/>
            </a:pPr>
            <a:r>
              <a:rPr lang="ru-RU" i="1"/>
              <a:t>Лунгу К. М., Письменный Д. Т., Федин С. Н. и др. </a:t>
            </a:r>
            <a:r>
              <a:rPr lang="ru-RU"/>
              <a:t>Сборник задач по высшей математике. Часть 1.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8463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2060"/>
                </a:solidFill>
                <a:latin typeface="Calibri Light"/>
              </a:rPr>
              <a:t>*</a:t>
            </a:r>
            <a:r>
              <a:rPr lang="ru-RU" dirty="0">
                <a:solidFill>
                  <a:srgbClr val="002060"/>
                </a:solidFill>
                <a:latin typeface="Calibri Light"/>
              </a:rPr>
              <a:t>Основные объекты линейной алгебры</a:t>
            </a:r>
            <a:r>
              <a:rPr lang="en-US" dirty="0">
                <a:solidFill>
                  <a:srgbClr val="002060"/>
                </a:solidFill>
                <a:latin typeface="Calibri Light"/>
              </a:rPr>
              <a:t>*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1417971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199" y="1530928"/>
                <a:ext cx="11449665" cy="3174972"/>
              </a:xfrm>
            </p:spPr>
            <p:txBody>
              <a:bodyPr/>
              <a:lstStyle/>
              <a:p>
                <a:pPr>
                  <a:defRPr/>
                </a:pPr>
                <a:r>
                  <a:rPr lang="ru-RU" b="1"/>
                  <a:t>Вектор</a:t>
                </a:r>
                <a:r>
                  <a:rPr lang="en-US"/>
                  <a:t> – </a:t>
                </a:r>
                <a:r>
                  <a:rPr lang="ru-RU" i="1"/>
                  <a:t>упорядоченный</a:t>
                </a:r>
                <a:r>
                  <a:rPr lang="ru-RU"/>
                  <a:t> набор элементов (чисел)</a:t>
                </a:r>
                <a:endParaRPr/>
              </a:p>
              <a:p>
                <a:pPr lvl="1">
                  <a:defRPr/>
                </a:pPr>
                <a:r>
                  <a:rPr lang="ru-RU">
                    <a:solidFill>
                      <a:srgbClr val="7030A0"/>
                    </a:solidFill>
                  </a:rPr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ru-RU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ru-RU" b="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</m:t>
                            </m:r>
                            <m:r>
                              <a:rPr lang="en-US" b="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,2,−3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>
                    <a:solidFill>
                      <a:srgbClr val="7030A0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b="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b="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b="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𝑦</m:t>
                            </m:r>
                            <m:r>
                              <a:rPr lang="en-US" b="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,1,</m:t>
                            </m:r>
                            <m:sSup>
                              <m:sSupPr>
                                <m:ctrlPr>
                                  <a:rPr lang="en-US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>
                    <a:solidFill>
                      <a:srgbClr val="7030A0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,слон,1,{0,1}</m:t>
                            </m:r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  <a:p>
                <a:pPr lvl="1">
                  <a:defRPr/>
                </a:pPr>
                <a:r>
                  <a:rPr lang="ru-RU"/>
                  <a:t> вектор – это почти массив (однако может состоять из элементов разных типов)</a:t>
                </a:r>
                <a:endParaRPr/>
              </a:p>
              <a:p>
                <a:pPr>
                  <a:defRPr/>
                </a:pPr>
                <a:r>
                  <a:rPr lang="ru-RU" b="1"/>
                  <a:t>Матрица</a:t>
                </a:r>
                <a:r>
                  <a:rPr lang="en-US"/>
                  <a:t> – </a:t>
                </a:r>
                <a:r>
                  <a:rPr lang="ru-RU"/>
                  <a:t>это прямоугольная таблица элементов </a:t>
                </a:r>
                <a:r>
                  <a:rPr lang="en-US"/>
                  <a:t>(</a:t>
                </a:r>
                <a:r>
                  <a:rPr lang="ru-RU"/>
                  <a:t>чисел</a:t>
                </a:r>
                <a:r>
                  <a:rPr lang="en-US"/>
                  <a:t>)</a:t>
                </a:r>
                <a:endParaRPr/>
              </a:p>
              <a:p>
                <a:pPr lvl="1">
                  <a:defRPr/>
                </a:pPr>
                <a:r>
                  <a:rPr lang="ru-RU">
                    <a:solidFill>
                      <a:srgbClr val="7030A0"/>
                    </a:solidFill>
                  </a:rPr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>
                    <a:solidFill>
                      <a:srgbClr val="7030A0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>
                    <a:solidFill>
                      <a:srgbClr val="7030A0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>
                    <a:solidFill>
                      <a:srgbClr val="7030A0"/>
                    </a:solidFill>
                  </a:rPr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831417971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199" y="1530928"/>
                <a:ext cx="11449665" cy="3174972"/>
              </a:xfrm>
              <a:blipFill>
                <a:blip r:embed="rId3"/>
                <a:stretch>
                  <a:fillRect l="-1704" t="-2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1857953" name="TextBox 4"/>
          <p:cNvSpPr txBox="1"/>
          <p:nvPr/>
        </p:nvSpPr>
        <p:spPr bwMode="auto">
          <a:xfrm>
            <a:off x="256852" y="5142406"/>
            <a:ext cx="11675247" cy="36933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marL="457200" indent="-457200" algn="l">
              <a:buFont typeface="Wingdings"/>
              <a:buChar char="Ø"/>
              <a:defRPr/>
            </a:pPr>
            <a:r>
              <a:rPr lang="ru-RU" sz="2400"/>
              <a:t>Векторы и матрицы позволяют работать с </a:t>
            </a:r>
            <a:r>
              <a:rPr lang="en-US" sz="2400"/>
              <a:t>[</a:t>
            </a:r>
            <a:r>
              <a:rPr lang="ru-RU" sz="2400"/>
              <a:t>многомерными</a:t>
            </a:r>
            <a:r>
              <a:rPr lang="en-US" sz="2400"/>
              <a:t>]</a:t>
            </a:r>
            <a:r>
              <a:rPr lang="ru-RU" sz="2400"/>
              <a:t> массивами как с числами</a:t>
            </a:r>
            <a:endParaRPr lang="en-US" sz="2400"/>
          </a:p>
        </p:txBody>
      </p:sp>
      <p:grpSp>
        <p:nvGrpSpPr>
          <p:cNvPr id="978634230" name="Group 15"/>
          <p:cNvGrpSpPr/>
          <p:nvPr/>
        </p:nvGrpSpPr>
        <p:grpSpPr bwMode="auto">
          <a:xfrm>
            <a:off x="4552335" y="4705900"/>
            <a:ext cx="2821859" cy="413090"/>
            <a:chOff x="4552335" y="4705900"/>
            <a:chExt cx="2821859" cy="413090"/>
          </a:xfrm>
        </p:grpSpPr>
        <p:sp>
          <p:nvSpPr>
            <p:cNvPr id="8" name="Rectangle: Rounded Corners 7"/>
            <p:cNvSpPr/>
            <p:nvPr/>
          </p:nvSpPr>
          <p:spPr bwMode="auto">
            <a:xfrm>
              <a:off x="5152103" y="4749658"/>
              <a:ext cx="2222091" cy="369332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5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ru-RU" sz="2400">
                  <a:solidFill>
                    <a:srgbClr val="7030A0"/>
                  </a:solidFill>
                  <a:latin typeface="Calibri Light"/>
                  <a:ea typeface="Human Sans ExtraLight"/>
                  <a:cs typeface="Human Sans ExtraLight"/>
                </a:rPr>
                <a:t>Вектор-столбец</a:t>
              </a:r>
              <a:endParaRPr lang="en-US" sz="2400">
                <a:solidFill>
                  <a:srgbClr val="7030A0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cxnSp>
          <p:nvCxnSpPr>
            <p:cNvPr id="10" name="Connector: Curved 9"/>
            <p:cNvCxnSpPr>
              <a:stCxn id="8" idx="1"/>
            </p:cNvCxnSpPr>
            <p:nvPr/>
          </p:nvCxnSpPr>
          <p:spPr bwMode="auto">
            <a:xfrm rot="10800000">
              <a:off x="4552335" y="4705900"/>
              <a:ext cx="599768" cy="228423"/>
            </a:xfrm>
            <a:prstGeom prst="curvedConnector3">
              <a:avLst>
                <a:gd name="adj1" fmla="val 104098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47727885" name="Group 21"/>
          <p:cNvGrpSpPr/>
          <p:nvPr/>
        </p:nvGrpSpPr>
        <p:grpSpPr bwMode="auto">
          <a:xfrm>
            <a:off x="5555228" y="3511031"/>
            <a:ext cx="2979172" cy="477194"/>
            <a:chOff x="5555228" y="3511031"/>
            <a:chExt cx="2979172" cy="477194"/>
          </a:xfrm>
        </p:grpSpPr>
        <p:sp>
          <p:nvSpPr>
            <p:cNvPr id="7" name="Rectangle: Rounded Corners 6"/>
            <p:cNvSpPr/>
            <p:nvPr/>
          </p:nvSpPr>
          <p:spPr bwMode="auto">
            <a:xfrm>
              <a:off x="6636774" y="3511031"/>
              <a:ext cx="1897626" cy="369332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5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ru-RU" sz="2400">
                  <a:solidFill>
                    <a:srgbClr val="7030A0"/>
                  </a:solidFill>
                  <a:latin typeface="Calibri Light"/>
                  <a:ea typeface="Human Sans ExtraLight"/>
                  <a:cs typeface="Human Sans ExtraLight"/>
                </a:rPr>
                <a:t>Вектор-строка</a:t>
              </a:r>
              <a:endParaRPr lang="en-US" sz="2400">
                <a:solidFill>
                  <a:srgbClr val="7030A0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cxnSp>
          <p:nvCxnSpPr>
            <p:cNvPr id="17" name="Connector: Curved 16"/>
            <p:cNvCxnSpPr>
              <a:stCxn id="7" idx="1"/>
            </p:cNvCxnSpPr>
            <p:nvPr/>
          </p:nvCxnSpPr>
          <p:spPr bwMode="auto">
            <a:xfrm rot="10800000" flipV="1">
              <a:off x="5555228" y="3695697"/>
              <a:ext cx="1081547" cy="292528"/>
            </a:xfrm>
            <a:prstGeom prst="curvedConnector3">
              <a:avLst>
                <a:gd name="adj1" fmla="val 101818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2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63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096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Обозначения и размерность матриц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214631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8869" y="1188491"/>
                <a:ext cx="8460658" cy="5383269"/>
              </a:xfrm>
            </p:spPr>
            <p:txBody>
              <a:bodyPr/>
              <a:lstStyle/>
              <a:p>
                <a:pPr>
                  <a:defRPr/>
                </a:pPr>
                <a:r>
                  <a:rPr lang="ru-RU"/>
                  <a:t>Матрица размера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𝑛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𝑚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r>
                  <a:rPr lang="ru-RU"/>
                  <a:t>имеет </a:t>
                </a:r>
                <a:endParaRPr lang="en-US" i="1">
                  <a:latin typeface="Cambria Math"/>
                </a:endParaRPr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r>
                  <a:rPr lang="ru-RU"/>
                  <a:t>строк и </a:t>
                </a:r>
                <a:endParaRPr lang="en-US"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r>
                  <a:rPr lang="ru-RU"/>
                  <a:t>столбцов</a:t>
                </a:r>
                <a:endParaRPr lang="en-US"/>
              </a:p>
              <a:p>
                <a:pPr>
                  <a:defRPr/>
                </a:pPr>
                <a:r>
                  <a:rPr lang="ru-RU"/>
                  <a:t>Матрицы обычно обозначают</a:t>
                </a:r>
                <a:endParaRPr lang="en-US" i="1">
                  <a:latin typeface="Cambria Math"/>
                </a:endParaRPr>
              </a:p>
              <a:p>
                <a:pPr lvl="1">
                  <a:defRPr/>
                </a:pPr>
                <a:r>
                  <a:rPr lang="ru-RU"/>
                  <a:t>заглавными латинскими буквами</a:t>
                </a:r>
                <a:r>
                  <a:rPr lang="en-US"/>
                  <a:t>:</a:t>
                </a:r>
                <a:endParaRPr/>
              </a:p>
              <a:p>
                <a:pPr lvl="2">
                  <a:defRPr/>
                </a:pPr>
                <a:r>
                  <a:rPr lang="ru-RU"/>
                  <a:t>например,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𝐵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𝑋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  <a:p>
                <a:pPr lvl="1">
                  <a:defRPr/>
                </a:pPr>
                <a:r>
                  <a:rPr lang="ru-RU"/>
                  <a:t>полужирными заглавными латинскими буквами</a:t>
                </a:r>
                <a:r>
                  <a:rPr lang="en-US"/>
                  <a:t>:</a:t>
                </a:r>
                <a:endParaRPr lang="ru-RU"/>
              </a:p>
              <a:p>
                <a:pPr lvl="2">
                  <a:defRPr/>
                </a:pPr>
                <a:r>
                  <a:rPr lang="ru-RU"/>
                  <a:t>например,</a:t>
                </a:r>
                <a:r>
                  <a:rPr lang="en-US"/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1" i="0">
                            <a:solidFill>
                              <a:srgbClr val="7030A0"/>
                            </a:solidFill>
                            <a:latin typeface="Cambria Math"/>
                          </a:rPr>
                          <m:t>𝐀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1" i="0">
                            <a:solidFill>
                              <a:srgbClr val="7030A0"/>
                            </a:solidFill>
                            <a:latin typeface="Cambria Math"/>
                          </a:rPr>
                          <m:t>𝐁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,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1" i="0">
                            <a:solidFill>
                              <a:srgbClr val="7030A0"/>
                            </a:solidFill>
                            <a:latin typeface="Cambria Math"/>
                          </a:rPr>
                          <m:t>𝐗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r>
                  <a:rPr lang="en-US" b="0">
                    <a:solidFill>
                      <a:srgbClr val="7030A0"/>
                    </a:solidFill>
                  </a:rPr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]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×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  <m:r>
                                        <a:rPr lang="ru-RU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ru-RU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ru-RU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778214631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8869" y="1188491"/>
                <a:ext cx="8460658" cy="5383269"/>
              </a:xfrm>
              <a:blipFill>
                <a:blip r:embed="rId3"/>
                <a:stretch>
                  <a:fillRect l="-2305" t="-1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06895680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439471" y="1752256"/>
            <a:ext cx="1756369" cy="79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60711" name="TextBox 4"/>
          <p:cNvSpPr txBox="1"/>
          <p:nvPr/>
        </p:nvSpPr>
        <p:spPr bwMode="auto">
          <a:xfrm>
            <a:off x="7223448" y="1320208"/>
            <a:ext cx="244827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Матрица</a:t>
            </a:r>
            <a:endParaRPr lang="en-GB"/>
          </a:p>
        </p:txBody>
      </p:sp>
      <p:sp>
        <p:nvSpPr>
          <p:cNvPr id="799114161" name="TextBox 5"/>
          <p:cNvSpPr txBox="1"/>
          <p:nvPr/>
        </p:nvSpPr>
        <p:spPr bwMode="auto">
          <a:xfrm>
            <a:off x="9743728" y="1320208"/>
            <a:ext cx="244827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Размерность</a:t>
            </a:r>
            <a:endParaRPr lang="en-GB"/>
          </a:p>
        </p:txBody>
      </p:sp>
      <p:sp>
        <p:nvSpPr>
          <p:cNvPr id="1410195330" name="TextBox 6"/>
          <p:cNvSpPr txBox="1"/>
          <p:nvPr/>
        </p:nvSpPr>
        <p:spPr bwMode="auto">
          <a:xfrm>
            <a:off x="9887743" y="1824264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800"/>
              <a:t>2  3</a:t>
            </a:r>
            <a:endParaRPr/>
          </a:p>
        </p:txBody>
      </p:sp>
      <p:cxnSp>
        <p:nvCxnSpPr>
          <p:cNvPr id="1580397629" name="Straight Connector 7"/>
          <p:cNvCxnSpPr/>
          <p:nvPr/>
        </p:nvCxnSpPr>
        <p:spPr bwMode="auto">
          <a:xfrm>
            <a:off x="7452602" y="2790552"/>
            <a:ext cx="46526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4298836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7799512" y="2832376"/>
            <a:ext cx="80962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15206264" name="TextBox 9"/>
          <p:cNvSpPr txBox="1"/>
          <p:nvPr/>
        </p:nvSpPr>
        <p:spPr bwMode="auto">
          <a:xfrm>
            <a:off x="9887743" y="3048400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800"/>
              <a:t>3  1</a:t>
            </a:r>
            <a:endParaRPr/>
          </a:p>
        </p:txBody>
      </p:sp>
      <p:pic>
        <p:nvPicPr>
          <p:cNvPr id="1644219204" name="Picture 3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8065809" y="4261458"/>
            <a:ext cx="1419225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57227748" name="Straight Connector 11"/>
          <p:cNvCxnSpPr/>
          <p:nvPr/>
        </p:nvCxnSpPr>
        <p:spPr bwMode="auto">
          <a:xfrm>
            <a:off x="7452602" y="4158704"/>
            <a:ext cx="46526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9432221" name="TextBox 12"/>
          <p:cNvSpPr txBox="1"/>
          <p:nvPr/>
        </p:nvSpPr>
        <p:spPr bwMode="auto">
          <a:xfrm>
            <a:off x="9887743" y="420052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 sz="2800"/>
              <a:t>1  3</a:t>
            </a:r>
            <a:endParaRPr/>
          </a:p>
        </p:txBody>
      </p:sp>
      <p:sp>
        <p:nvSpPr>
          <p:cNvPr id="1698176478" name="Rectangle 13"/>
          <p:cNvSpPr/>
          <p:nvPr/>
        </p:nvSpPr>
        <p:spPr bwMode="auto">
          <a:xfrm>
            <a:off x="9888095" y="2694155"/>
            <a:ext cx="2448272" cy="12241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721331082" name="Rectangle 14"/>
          <p:cNvSpPr/>
          <p:nvPr/>
        </p:nvSpPr>
        <p:spPr bwMode="auto">
          <a:xfrm>
            <a:off x="9887010" y="4125807"/>
            <a:ext cx="2448272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r>
              <a:rPr lang="en-GB" err="1"/>
              <a:t>cjaa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98176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98176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817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9817647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213310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213310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133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1331082"/>
                  </p:tgtEl>
                </p:cond>
              </p:nextCondLst>
            </p:seq>
          </p:childTnLst>
        </p:cTn>
      </p:par>
    </p:tnLst>
    <p:bldLst>
      <p:bldP spid="1698176478" grpId="0" animBg="1"/>
      <p:bldP spid="72133108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4228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Квадратная матрица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6155812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200" y="1422400"/>
                <a:ext cx="10938387" cy="5256375"/>
              </a:xfrm>
            </p:spPr>
            <p:txBody>
              <a:bodyPr/>
              <a:lstStyle/>
              <a:p>
                <a:pPr>
                  <a:defRPr/>
                </a:pPr>
                <a:r>
                  <a:rPr lang="ru-RU"/>
                  <a:t>Квадратная матрица</a:t>
                </a:r>
                <a:endParaRPr/>
              </a:p>
              <a:p>
                <a:pPr lvl="1">
                  <a:defRPr/>
                </a:pPr>
                <a:r>
                  <a:rPr lang="ru-RU"/>
                  <a:t>Число строк = числу столбцов </a:t>
                </a:r>
                <a:r>
                  <a:rPr lang="en-US"/>
                  <a:t>(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 = </m:t>
                        </m:r>
                        <m:r>
                          <a:rPr lang="en-US" i="1">
                            <a:latin typeface="Cambria Math"/>
                          </a:rPr>
                          <m:t>𝑚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)</a:t>
                </a:r>
                <a:endParaRPr lang="ru-RU">
                  <a:solidFill>
                    <a:srgbClr val="7030A0"/>
                  </a:solidFill>
                </a:endParaRPr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  <a:p>
                <a:pPr>
                  <a:defRPr/>
                </a:pPr>
                <a:r>
                  <a:rPr lang="ru-RU"/>
                  <a:t>Прямоугольная матрица</a:t>
                </a:r>
                <a:endParaRPr/>
              </a:p>
              <a:p>
                <a:pPr lvl="1">
                  <a:defRPr/>
                </a:pPr>
                <a:r>
                  <a:rPr lang="ru-RU"/>
                  <a:t>Число строк и число столбцов произвольны</a:t>
                </a:r>
                <a:endParaRPr/>
              </a:p>
              <a:p>
                <a:pPr lvl="1">
                  <a:defRPr/>
                </a:pPr>
                <a:r>
                  <a:rPr lang="ru-RU"/>
                  <a:t>Может быть квадратной, а может и не быть</a:t>
                </a:r>
                <a:endParaRPr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nor/>
                          </m:rPr>
                          <a:rPr lang="en-US">
                            <a:solidFill>
                              <a:srgbClr val="7030A0"/>
                            </a:solidFill>
                          </a:rPr>
                          <m:t>,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endParaRPr lang="en-US"/>
              </a:p>
            </p:txBody>
          </p:sp>
        </mc:Choice>
        <mc:Fallback xmlns="">
          <p:sp>
            <p:nvSpPr>
              <p:cNvPr id="976155812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200" y="1422400"/>
                <a:ext cx="10938387" cy="5256375"/>
              </a:xfrm>
              <a:blipFill>
                <a:blip r:embed="rId3"/>
                <a:stretch>
                  <a:fillRect l="-1784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5206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Главная и побочная диагонали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997052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199" y="1320208"/>
                <a:ext cx="11734801" cy="3879908"/>
              </a:xfrm>
            </p:spPr>
            <p:txBody>
              <a:bodyPr/>
              <a:lstStyle/>
              <a:p>
                <a:pPr>
                  <a:defRPr/>
                </a:pPr>
                <a:r>
                  <a:rPr lang="ru-RU"/>
                  <a:t>Главная диагональ </a:t>
                </a:r>
                <a:r>
                  <a:rPr lang="ru-RU">
                    <a:solidFill>
                      <a:srgbClr val="00B050"/>
                    </a:solidFill>
                  </a:rPr>
                  <a:t>(</a:t>
                </a:r>
                <a:r>
                  <a:rPr lang="en-US">
                    <a:solidFill>
                      <a:srgbClr val="00B050"/>
                    </a:solidFill>
                  </a:rPr>
                  <a:t>main diagonal</a:t>
                </a:r>
                <a:r>
                  <a:rPr lang="ru-RU">
                    <a:solidFill>
                      <a:srgbClr val="00B050"/>
                    </a:solidFill>
                  </a:rPr>
                  <a:t>)</a:t>
                </a:r>
                <a:r>
                  <a:rPr lang="ru-RU"/>
                  <a:t> выходит из левого верхнего угла</a:t>
                </a:r>
                <a:endParaRPr lang="en-US" i="1">
                  <a:latin typeface="Cambria Math"/>
                </a:endParaRPr>
              </a:p>
              <a:p>
                <a:pPr lvl="1">
                  <a:defRPr/>
                </a:pPr>
                <a:r>
                  <a:rPr lang="ru-RU">
                    <a:solidFill>
                      <a:srgbClr val="7030A0"/>
                    </a:solidFill>
                  </a:rPr>
                  <a:t>элементы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>
                    <a:solidFill>
                      <a:srgbClr val="7030A0"/>
                    </a:solidFill>
                  </a:rPr>
                  <a:t> </a:t>
                </a:r>
                <a:r>
                  <a:rPr lang="ru-RU">
                    <a:solidFill>
                      <a:srgbClr val="7030A0"/>
                    </a:solidFill>
                  </a:rPr>
                  <a:t>такие, что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𝑗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>
                  <a:solidFill>
                    <a:srgbClr val="7030A0"/>
                  </a:solidFill>
                </a:endParaRPr>
              </a:p>
              <a:p>
                <a:pPr>
                  <a:defRPr/>
                </a:pPr>
                <a:r>
                  <a:rPr lang="ru-RU"/>
                  <a:t>Побочная диагональ</a:t>
                </a:r>
                <a:r>
                  <a:rPr lang="en-US"/>
                  <a:t> </a:t>
                </a:r>
                <a:r>
                  <a:rPr lang="en-US">
                    <a:solidFill>
                      <a:srgbClr val="00B050"/>
                    </a:solidFill>
                  </a:rPr>
                  <a:t>(antidiagonal)</a:t>
                </a:r>
                <a:r>
                  <a:rPr lang="ru-RU">
                    <a:solidFill>
                      <a:srgbClr val="00B050"/>
                    </a:solidFill>
                  </a:rPr>
                  <a:t> </a:t>
                </a:r>
                <a:r>
                  <a:rPr lang="ru-RU"/>
                  <a:t>выходит из правого верхнего угла</a:t>
                </a:r>
                <a:endParaRPr lang="en-US" i="1">
                  <a:latin typeface="Cambria Math"/>
                </a:endParaRPr>
              </a:p>
              <a:p>
                <a:pPr lvl="1">
                  <a:defRPr/>
                </a:pPr>
                <a:r>
                  <a:rPr lang="ru-RU">
                    <a:solidFill>
                      <a:srgbClr val="7030A0"/>
                    </a:solidFill>
                  </a:rPr>
                  <a:t>элементы </a:t>
                </a: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>
                    <a:solidFill>
                      <a:srgbClr val="7030A0"/>
                    </a:solidFill>
                  </a:rPr>
                  <a:t> </a:t>
                </a:r>
                <a:r>
                  <a:rPr lang="ru-RU">
                    <a:solidFill>
                      <a:srgbClr val="7030A0"/>
                    </a:solidFill>
                  </a:rPr>
                  <a:t>такие, что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ru-RU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ru-RU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=1+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𝑚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>
                    <a:solidFill>
                      <a:srgbClr val="7030A0"/>
                    </a:solidFill>
                  </a:rPr>
                  <a:t>, где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𝑚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>
                    <a:solidFill>
                      <a:srgbClr val="7030A0"/>
                    </a:solidFill>
                  </a:rPr>
                  <a:t> число столбцов</a:t>
                </a:r>
                <a:endParaRPr/>
              </a:p>
              <a:p>
                <a:pPr lvl="1">
                  <a:defRPr/>
                </a:pPr>
                <a:endParaRPr lang="ru-RU">
                  <a:solidFill>
                    <a:srgbClr val="7030A0"/>
                  </a:solidFill>
                </a:endParaRPr>
              </a:p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 			</a:t>
                </a:r>
                <mc:AlternateContent>
                  <mc:Choice Requires="a14">
                    <a14:m>
                      <m:oMath xmlns:m="http://schemas.openxmlformats.org/officeDocument/2006/math"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95997052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199" y="1320208"/>
                <a:ext cx="11734801" cy="3879908"/>
              </a:xfrm>
              <a:blipFill>
                <a:blip r:embed="rId3"/>
                <a:stretch>
                  <a:fillRect l="-1662" t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6658475" name="Rectangle: Rounded Corners 15"/>
          <p:cNvSpPr/>
          <p:nvPr/>
        </p:nvSpPr>
        <p:spPr bwMode="auto">
          <a:xfrm rot="18315886">
            <a:off x="1595428" y="3766722"/>
            <a:ext cx="375865" cy="1773961"/>
          </a:xfrm>
          <a:prstGeom prst="roundRect">
            <a:avLst>
              <a:gd name="adj" fmla="val 1666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2075612282" name="Rectangle: Rounded Corners 16"/>
          <p:cNvSpPr/>
          <p:nvPr/>
        </p:nvSpPr>
        <p:spPr bwMode="auto">
          <a:xfrm rot="3331844">
            <a:off x="2116321" y="3766722"/>
            <a:ext cx="375865" cy="1773961"/>
          </a:xfrm>
          <a:prstGeom prst="roundRect">
            <a:avLst>
              <a:gd name="adj" fmla="val 16667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grpSp>
        <p:nvGrpSpPr>
          <p:cNvPr id="1811099662" name="Group 34"/>
          <p:cNvGrpSpPr/>
          <p:nvPr/>
        </p:nvGrpSpPr>
        <p:grpSpPr bwMode="auto">
          <a:xfrm>
            <a:off x="2507575" y="5165806"/>
            <a:ext cx="3273793" cy="575150"/>
            <a:chOff x="2507575" y="5165806"/>
            <a:chExt cx="3273793" cy="575150"/>
          </a:xfrm>
        </p:grpSpPr>
        <p:sp>
          <p:nvSpPr>
            <p:cNvPr id="19" name="Rectangle: Rounded Corners 18"/>
            <p:cNvSpPr/>
            <p:nvPr/>
          </p:nvSpPr>
          <p:spPr bwMode="auto">
            <a:xfrm>
              <a:off x="3141183" y="5371624"/>
              <a:ext cx="2640185" cy="369332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5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ru-RU" sz="2400">
                  <a:solidFill>
                    <a:srgbClr val="7030A0"/>
                  </a:solidFill>
                  <a:latin typeface="Calibri Light"/>
                  <a:ea typeface="Human Sans ExtraLight"/>
                  <a:cs typeface="Human Sans ExtraLight"/>
                </a:rPr>
                <a:t>Главная диагональ</a:t>
              </a:r>
              <a:endParaRPr lang="en-US" sz="2400">
                <a:solidFill>
                  <a:srgbClr val="7030A0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cxnSp>
          <p:nvCxnSpPr>
            <p:cNvPr id="20" name="Connector: Curved 19"/>
            <p:cNvCxnSpPr>
              <a:stCxn id="19" idx="1"/>
              <a:endCxn id="896658475" idx="2"/>
            </p:cNvCxnSpPr>
            <p:nvPr/>
          </p:nvCxnSpPr>
          <p:spPr bwMode="auto">
            <a:xfrm rot="10800000">
              <a:off x="2507575" y="5165806"/>
              <a:ext cx="633609" cy="390484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92D05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965224060" name="Rectangle: Rounded Corners 21"/>
          <p:cNvSpPr/>
          <p:nvPr/>
        </p:nvSpPr>
        <p:spPr bwMode="auto">
          <a:xfrm rot="18315886">
            <a:off x="6587186" y="3744204"/>
            <a:ext cx="375865" cy="1773961"/>
          </a:xfrm>
          <a:prstGeom prst="roundRect">
            <a:avLst>
              <a:gd name="adj" fmla="val 1666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sp>
        <p:nvSpPr>
          <p:cNvPr id="446352584" name="Rectangle: Rounded Corners 22"/>
          <p:cNvSpPr/>
          <p:nvPr/>
        </p:nvSpPr>
        <p:spPr bwMode="auto">
          <a:xfrm rot="3331844">
            <a:off x="6591398" y="3741952"/>
            <a:ext cx="375865" cy="1773961"/>
          </a:xfrm>
          <a:prstGeom prst="roundRect">
            <a:avLst>
              <a:gd name="adj" fmla="val 16667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endParaRPr lang="en-US" sz="2400">
              <a:solidFill>
                <a:schemeClr val="bg1"/>
              </a:solidFill>
              <a:latin typeface="Calibri Light"/>
              <a:ea typeface="Human Sans ExtraLight"/>
              <a:cs typeface="Human Sans ExtraLight"/>
            </a:endParaRPr>
          </a:p>
        </p:txBody>
      </p:sp>
      <p:cxnSp>
        <p:nvCxnSpPr>
          <p:cNvPr id="787728637" name="Connector: Curved 23"/>
          <p:cNvCxnSpPr>
            <a:stCxn id="19" idx="3"/>
          </p:cNvCxnSpPr>
          <p:nvPr/>
        </p:nvCxnSpPr>
        <p:spPr bwMode="auto">
          <a:xfrm flipV="1">
            <a:off x="5781368" y="5250090"/>
            <a:ext cx="1474838" cy="306200"/>
          </a:xfrm>
          <a:prstGeom prst="curvedConnector3">
            <a:avLst>
              <a:gd name="adj1" fmla="val 95333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771372334" name="Group 35"/>
          <p:cNvGrpSpPr/>
          <p:nvPr/>
        </p:nvGrpSpPr>
        <p:grpSpPr bwMode="auto">
          <a:xfrm>
            <a:off x="1848465" y="5165806"/>
            <a:ext cx="4590604" cy="1149205"/>
            <a:chOff x="1848465" y="5165806"/>
            <a:chExt cx="4590604" cy="1149205"/>
          </a:xfrm>
        </p:grpSpPr>
        <p:sp>
          <p:nvSpPr>
            <p:cNvPr id="28" name="Rectangle: Rounded Corners 27"/>
            <p:cNvSpPr/>
            <p:nvPr/>
          </p:nvSpPr>
          <p:spPr bwMode="auto">
            <a:xfrm>
              <a:off x="2998839" y="5945679"/>
              <a:ext cx="2782529" cy="369332"/>
            </a:xfrm>
            <a:prstGeom prst="roundRect">
              <a:avLst>
                <a:gd name="adj" fmla="val 16667"/>
              </a:avLst>
            </a:prstGeom>
            <a:noFill/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>
              <a:schemeClr val="accent5"/>
            </a:fontRef>
          </p:style>
          <p:txBody>
            <a:bodyPr wrap="square" lIns="0" tIns="0" rIns="0" bIns="0" rtlCol="0" anchor="ctr"/>
            <a:lstStyle/>
            <a:p>
              <a:pPr algn="ctr">
                <a:defRPr/>
              </a:pPr>
              <a:r>
                <a:rPr lang="ru-RU" sz="2400">
                  <a:solidFill>
                    <a:srgbClr val="7030A0"/>
                  </a:solidFill>
                  <a:latin typeface="Calibri Light"/>
                  <a:ea typeface="Human Sans ExtraLight"/>
                  <a:cs typeface="Human Sans ExtraLight"/>
                </a:rPr>
                <a:t>Побочная диагональ</a:t>
              </a:r>
              <a:endParaRPr lang="en-US" sz="2400">
                <a:solidFill>
                  <a:srgbClr val="7030A0"/>
                </a:solidFill>
                <a:latin typeface="Calibri Light"/>
                <a:ea typeface="Human Sans ExtraLight"/>
                <a:cs typeface="Human Sans ExtraLight"/>
              </a:endParaRPr>
            </a:p>
          </p:txBody>
        </p:sp>
        <p:cxnSp>
          <p:nvCxnSpPr>
            <p:cNvPr id="29" name="Connector: Curved 28"/>
            <p:cNvCxnSpPr>
              <a:stCxn id="28" idx="1"/>
            </p:cNvCxnSpPr>
            <p:nvPr/>
          </p:nvCxnSpPr>
          <p:spPr bwMode="auto">
            <a:xfrm rot="10800000">
              <a:off x="1848465" y="5250099"/>
              <a:ext cx="1150374" cy="880247"/>
            </a:xfrm>
            <a:prstGeom prst="curvedConnector3">
              <a:avLst>
                <a:gd name="adj1" fmla="val 103846"/>
              </a:avLst>
            </a:prstGeom>
            <a:ln>
              <a:solidFill>
                <a:srgbClr val="0070C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0" name="Connector: Curved 29"/>
            <p:cNvCxnSpPr/>
            <p:nvPr/>
          </p:nvCxnSpPr>
          <p:spPr bwMode="auto">
            <a:xfrm flipV="1">
              <a:off x="5752931" y="5165806"/>
              <a:ext cx="686138" cy="964539"/>
            </a:xfrm>
            <a:prstGeom prst="curvedConnector2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4873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*1 </a:t>
            </a:r>
            <a:r>
              <a:rPr lang="ru-RU" dirty="0"/>
              <a:t>и 0 в матрицах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0738939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200" y="1344116"/>
                <a:ext cx="11734799" cy="5161926"/>
              </a:xfrm>
            </p:spPr>
            <p:txBody>
              <a:bodyPr/>
              <a:lstStyle/>
              <a:p>
                <a:pPr>
                  <a:defRPr/>
                </a:pPr>
                <a:r>
                  <a:rPr lang="ru-RU"/>
                  <a:t>Единичная матрица </a:t>
                </a:r>
                <a:r>
                  <a:rPr lang="ru-RU">
                    <a:solidFill>
                      <a:srgbClr val="00B050"/>
                    </a:solidFill>
                  </a:rPr>
                  <a:t>(</a:t>
                </a:r>
                <a:r>
                  <a:rPr lang="en-US">
                    <a:solidFill>
                      <a:srgbClr val="00B050"/>
                    </a:solidFill>
                  </a:rPr>
                  <a:t>identity matrix</a:t>
                </a:r>
                <a:r>
                  <a:rPr lang="ru-RU">
                    <a:solidFill>
                      <a:srgbClr val="00B050"/>
                    </a:solidFill>
                  </a:rPr>
                  <a:t>)</a:t>
                </a:r>
                <a:r>
                  <a:rPr lang="en-US"/>
                  <a:t> – </a:t>
                </a:r>
                <a:r>
                  <a:rPr lang="ru-RU" i="1"/>
                  <a:t>квадратная</a:t>
                </a:r>
                <a:r>
                  <a:rPr lang="ru-RU"/>
                  <a:t> матрица с единицами на главной диагонали и остальными элементами = нулю</a:t>
                </a:r>
                <a:endParaRPr/>
              </a:p>
              <a:p>
                <a:pPr lvl="1">
                  <a:defRPr/>
                </a:pPr>
                <a:r>
                  <a:rPr lang="en-US" b="0">
                    <a:solidFill>
                      <a:srgbClr val="7030A0"/>
                    </a:solidFill>
                  </a:rPr>
                  <a:t> 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𝐸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𝐼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  <a:p>
                <a:pPr>
                  <a:defRPr/>
                </a:pPr>
                <a:r>
                  <a:rPr lang="ru-RU"/>
                  <a:t>Нулевая матрица </a:t>
                </a:r>
                <a:r>
                  <a:rPr lang="ru-RU">
                    <a:solidFill>
                      <a:srgbClr val="00B050"/>
                    </a:solidFill>
                  </a:rPr>
                  <a:t>(</a:t>
                </a:r>
                <a:r>
                  <a:rPr lang="en-US">
                    <a:solidFill>
                      <a:srgbClr val="00B050"/>
                    </a:solidFill>
                  </a:rPr>
                  <a:t>zero matrix</a:t>
                </a:r>
                <a:r>
                  <a:rPr lang="ru-RU">
                    <a:solidFill>
                      <a:srgbClr val="00B050"/>
                    </a:solidFill>
                  </a:rPr>
                  <a:t>)</a:t>
                </a:r>
                <a:r>
                  <a:rPr lang="en-US"/>
                  <a:t> – </a:t>
                </a:r>
                <a:r>
                  <a:rPr lang="ru-RU" i="1"/>
                  <a:t>прямоугольная</a:t>
                </a:r>
                <a:r>
                  <a:rPr lang="ru-RU"/>
                  <a:t> матрица со всеми элементами = нулю</a:t>
                </a:r>
                <a:endParaRPr/>
              </a:p>
              <a:p>
                <a:pPr lvl="1">
                  <a:defRPr/>
                </a:pPr>
                <a:r>
                  <a:rPr lang="en-US" b="0">
                    <a:solidFill>
                      <a:srgbClr val="7030A0"/>
                    </a:solidFill>
                  </a:rPr>
                  <a:t>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r>
                                    <a:rPr lang="en-US" b="0" i="1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330738939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200" y="1344116"/>
                <a:ext cx="11734799" cy="5161926"/>
              </a:xfrm>
              <a:blipFill>
                <a:blip r:embed="rId3"/>
                <a:stretch>
                  <a:fillRect l="-1662" t="-1653" r="-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780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Диагональная матрица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6104049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329381" y="1423162"/>
                <a:ext cx="11734799" cy="4011676"/>
              </a:xfrm>
            </p:spPr>
            <p:txBody>
              <a:bodyPr/>
              <a:lstStyle/>
              <a:p>
                <a:pPr>
                  <a:defRPr/>
                </a:pPr>
                <a:r>
                  <a:rPr lang="ru-RU" dirty="0"/>
                  <a:t>Диагональная матрица </a:t>
                </a:r>
                <a:r>
                  <a:rPr lang="ru-RU" dirty="0">
                    <a:solidFill>
                      <a:srgbClr val="00B050"/>
                    </a:solidFill>
                  </a:rPr>
                  <a:t>(</a:t>
                </a:r>
                <a:r>
                  <a:rPr lang="en-US" dirty="0">
                    <a:solidFill>
                      <a:srgbClr val="00B050"/>
                    </a:solidFill>
                  </a:rPr>
                  <a:t>diagonal matrix</a:t>
                </a:r>
                <a:r>
                  <a:rPr lang="ru-RU" dirty="0">
                    <a:solidFill>
                      <a:srgbClr val="00B050"/>
                    </a:solidFill>
                  </a:rPr>
                  <a:t>)</a:t>
                </a:r>
                <a:r>
                  <a:rPr lang="en-US" dirty="0"/>
                  <a:t> – </a:t>
                </a:r>
                <a:r>
                  <a:rPr lang="ru-RU" i="1" dirty="0"/>
                  <a:t>прямоугольная</a:t>
                </a:r>
                <a:r>
                  <a:rPr lang="ru-RU" dirty="0"/>
                  <a:t> матрица, у которой </a:t>
                </a:r>
                <a:r>
                  <a:rPr lang="ru-RU" i="1" dirty="0"/>
                  <a:t>только</a:t>
                </a:r>
                <a:r>
                  <a:rPr lang="ru-RU" dirty="0"/>
                  <a:t> на главной диагонали </a:t>
                </a:r>
                <a:r>
                  <a:rPr lang="ru-RU" i="1" dirty="0"/>
                  <a:t>могут</a:t>
                </a:r>
                <a:r>
                  <a:rPr lang="ru-RU" dirty="0"/>
                  <a:t> стоять ненулевые элементы</a:t>
                </a:r>
                <a:endParaRPr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, </m:t>
                    </m:r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, </m:t>
                    </m:r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ru-RU" b="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solidFill>
                    <a:srgbClr val="7030A0"/>
                  </a:solidFill>
                </a:endParaRPr>
              </a:p>
              <a:p>
                <a:pPr lvl="1">
                  <a:defRPr/>
                </a:pPr>
                <a:endParaRPr lang="en-US" i="1" dirty="0">
                  <a:solidFill>
                    <a:srgbClr val="7030A0"/>
                  </a:solidFill>
                </a:endParaRPr>
              </a:p>
              <a:p>
                <a:pPr lvl="1">
                  <a:defRPr/>
                </a:pPr>
                <a:r>
                  <a:rPr lang="ru-RU" dirty="0">
                    <a:solidFill>
                      <a:srgbClr val="7030A0"/>
                    </a:solidFill>
                  </a:rPr>
                  <a:t>любая единичная</a:t>
                </a:r>
                <a:endParaRPr lang="en-US" dirty="0">
                  <a:solidFill>
                    <a:srgbClr val="7030A0"/>
                  </a:solidFill>
                </a:endParaRPr>
              </a:p>
              <a:p>
                <a:pPr lvl="1">
                  <a:defRPr/>
                </a:pPr>
                <a:endParaRPr lang="ru-RU" dirty="0">
                  <a:solidFill>
                    <a:srgbClr val="7030A0"/>
                  </a:solidFill>
                </a:endParaRPr>
              </a:p>
              <a:p>
                <a:pPr lvl="1">
                  <a:defRPr/>
                </a:pPr>
                <a:r>
                  <a:rPr lang="ru-RU" dirty="0">
                    <a:solidFill>
                      <a:srgbClr val="7030A0"/>
                    </a:solidFill>
                  </a:rPr>
                  <a:t>любая нулевая</a:t>
                </a:r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36104049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329381" y="1423162"/>
                <a:ext cx="11734799" cy="4011676"/>
              </a:xfrm>
              <a:blipFill>
                <a:blip r:embed="rId3"/>
                <a:stretch>
                  <a:fillRect l="-1662" t="-2124" b="-15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8714261" name="Picture 1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972828" y="5223770"/>
            <a:ext cx="3351772" cy="1257905"/>
          </a:xfrm>
          <a:prstGeom prst="rect">
            <a:avLst/>
          </a:prstGeom>
        </p:spPr>
      </p:pic>
      <p:pic>
        <p:nvPicPr>
          <p:cNvPr id="1711043420" name="Picture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192553" y="3800417"/>
            <a:ext cx="4518552" cy="1257905"/>
          </a:xfrm>
          <a:prstGeom prst="rect">
            <a:avLst/>
          </a:prstGeom>
        </p:spPr>
      </p:pic>
      <p:sp>
        <p:nvSpPr>
          <p:cNvPr id="4527880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Транспонирование матриц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924913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200" y="1530928"/>
                <a:ext cx="11734799" cy="2003690"/>
              </a:xfrm>
            </p:spPr>
            <p:txBody>
              <a:bodyPr/>
              <a:lstStyle/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𝐵</m:t>
                        </m:r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b="0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r>
                  <a:rPr lang="ru-RU"/>
                  <a:t>записываем каждую строку матрицы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r>
                  <a:rPr lang="ru-RU"/>
                  <a:t>как столбец</a:t>
                </a:r>
                <a:endParaRPr lang="en-US"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𝑗𝑖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  <a:p>
                <a:pPr lvl="1">
                  <a:defRPr/>
                </a:pPr>
                <a:r>
                  <a:rPr lang="ru-RU"/>
                  <a:t>если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𝐴</m:t>
                        </m:r>
                        <m:r>
                          <a:rPr lang="ru-RU" b="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ru-RU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]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b="0" i="1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r>
                              <a:rPr lang="en-US" b="0" i="1">
                                <a:latin typeface="Cambria Math"/>
                                <a:ea typeface="Cambria Math"/>
                              </a:rPr>
                              <m:t>𝑚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, </a:t>
                </a:r>
                <a:r>
                  <a:rPr lang="ru-RU"/>
                  <a:t>то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𝐵</m:t>
                        </m:r>
                        <m:r>
                          <a:rPr lang="ru-RU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>
                                    <a:latin typeface="Cambria Math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]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×</m:t>
                            </m:r>
                            <m:r>
                              <a:rPr lang="en-US" b="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</p:txBody>
          </p:sp>
        </mc:Choice>
        <mc:Fallback xmlns="">
          <p:sp>
            <p:nvSpPr>
              <p:cNvPr id="10692491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200" y="1530928"/>
                <a:ext cx="11734799" cy="2003690"/>
              </a:xfrm>
              <a:blipFill>
                <a:blip r:embed="rId5"/>
                <a:stretch>
                  <a:fillRect b="-5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4150059" name="Rectangle 5"/>
          <p:cNvSpPr/>
          <p:nvPr/>
        </p:nvSpPr>
        <p:spPr bwMode="auto">
          <a:xfrm>
            <a:off x="8101218" y="3889309"/>
            <a:ext cx="2340934" cy="1080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009508892" name="Rectangle 14"/>
          <p:cNvSpPr/>
          <p:nvPr/>
        </p:nvSpPr>
        <p:spPr bwMode="auto">
          <a:xfrm>
            <a:off x="8107902" y="5054437"/>
            <a:ext cx="2340934" cy="1080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141500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141500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15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1415005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09508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09508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950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9508892"/>
                  </p:tgtEl>
                </p:cond>
              </p:nextCondLst>
            </p:seq>
          </p:childTnLst>
        </p:cTn>
      </p:par>
    </p:tnLst>
    <p:bldLst>
      <p:bldP spid="1614150059" grpId="0" animBg="1"/>
      <p:bldP spid="100950889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473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Сложение (вычитание) матриц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1812778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200" y="1530928"/>
                <a:ext cx="11734799" cy="1935979"/>
              </a:xfrm>
            </p:spPr>
            <p:txBody>
              <a:bodyPr/>
              <a:lstStyle/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±</m:t>
                        </m:r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r>
                  <a:rPr lang="ru-RU"/>
                  <a:t>соответствующие элементы складываем</a:t>
                </a:r>
                <a:r>
                  <a:rPr lang="en-US"/>
                  <a:t>/</a:t>
                </a:r>
                <a:r>
                  <a:rPr lang="ru-RU"/>
                  <a:t>вычитаем</a:t>
                </a:r>
                <a:endParaRPr lang="en-US"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  <a:ea typeface="Cambria Math"/>
                          </a:rPr>
                          <m:t>±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  <a:p>
                <a:pPr lvl="1">
                  <a:defRPr/>
                </a:pPr>
                <a:r>
                  <a:rPr lang="ru-RU"/>
                  <a:t>матрицы </a:t>
                </a:r>
                <a:r>
                  <a:rPr lang="ru-RU" i="1"/>
                  <a:t>должны иметь одинаковую размерность</a:t>
                </a:r>
                <a:endParaRPr/>
              </a:p>
            </p:txBody>
          </p:sp>
        </mc:Choice>
        <mc:Fallback xmlns="">
          <p:sp>
            <p:nvSpPr>
              <p:cNvPr id="1961812778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200" y="1530928"/>
                <a:ext cx="11734799" cy="1935979"/>
              </a:xfrm>
              <a:blipFill>
                <a:blip r:embed="rId3"/>
                <a:stretch>
                  <a:fillRect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83798404" name="Picture 1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36155" y="3896013"/>
            <a:ext cx="55245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700633" name="Rectangle 4"/>
          <p:cNvSpPr/>
          <p:nvPr/>
        </p:nvSpPr>
        <p:spPr bwMode="auto">
          <a:xfrm>
            <a:off x="9244140" y="4404380"/>
            <a:ext cx="1440160" cy="7920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215041665" name="Rectangle 5"/>
          <p:cNvSpPr/>
          <p:nvPr/>
        </p:nvSpPr>
        <p:spPr bwMode="auto">
          <a:xfrm>
            <a:off x="6322749" y="4974519"/>
            <a:ext cx="1714241" cy="11309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7006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7700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70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70063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150416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15041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504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5041665"/>
                  </p:tgtEl>
                </p:cond>
              </p:nextCondLst>
            </p:seq>
          </p:childTnLst>
        </p:cTn>
      </p:par>
    </p:tnLst>
    <p:bldLst>
      <p:bldP spid="57700633" grpId="0" animBg="1"/>
      <p:bldP spid="121504166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425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Умножение матрицы на скаляр (число)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8536965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200" y="1530928"/>
                <a:ext cx="11734799" cy="1463157"/>
              </a:xfrm>
            </p:spPr>
            <p:txBody>
              <a:bodyPr/>
              <a:lstStyle/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a:r>
                  <a:rPr lang="ru-RU"/>
                  <a:t>каждый элемент умножаем на число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  <a:ea typeface="Cambria Math"/>
                          </a:rPr>
                          <m:t>𝛼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  <m:r>
                              <a:rPr lang="en-US" b="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</p:txBody>
          </p:sp>
        </mc:Choice>
        <mc:Fallback xmlns="">
          <p:sp>
            <p:nvSpPr>
              <p:cNvPr id="2058536965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200" y="1530928"/>
                <a:ext cx="11734799" cy="1463157"/>
              </a:xfr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1989122" name="Picture 3"/>
          <p:cNvPicPr>
            <a:picLocks noChangeAspect="1" noChangeArrowheads="1"/>
          </p:cNvPicPr>
          <p:nvPr/>
        </p:nvPicPr>
        <p:blipFill>
          <a:blip r:embed="rId4"/>
          <a:srcRect b="33750"/>
          <a:stretch/>
        </p:blipFill>
        <p:spPr bwMode="auto">
          <a:xfrm>
            <a:off x="2595962" y="3504586"/>
            <a:ext cx="5114925" cy="2107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78189087" name="Rectangle 7"/>
          <p:cNvSpPr/>
          <p:nvPr/>
        </p:nvSpPr>
        <p:spPr bwMode="auto">
          <a:xfrm>
            <a:off x="5260258" y="3504586"/>
            <a:ext cx="2016224" cy="7920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295907705" name="Rectangle 8"/>
          <p:cNvSpPr/>
          <p:nvPr/>
        </p:nvSpPr>
        <p:spPr bwMode="auto">
          <a:xfrm>
            <a:off x="6052346" y="4512698"/>
            <a:ext cx="1512168" cy="10801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482370442" name="Rectangle 10"/>
          <p:cNvSpPr/>
          <p:nvPr/>
        </p:nvSpPr>
        <p:spPr bwMode="auto">
          <a:xfrm>
            <a:off x="1803874" y="3576594"/>
            <a:ext cx="504056" cy="5760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/>
              <a:t>1</a:t>
            </a:r>
            <a:endParaRPr/>
          </a:p>
        </p:txBody>
      </p:sp>
      <p:sp>
        <p:nvSpPr>
          <p:cNvPr id="890864681" name="Rectangle 11"/>
          <p:cNvSpPr/>
          <p:nvPr/>
        </p:nvSpPr>
        <p:spPr bwMode="auto">
          <a:xfrm>
            <a:off x="1803874" y="4728722"/>
            <a:ext cx="504056" cy="57606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 b="1"/>
              <a:t>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781890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781890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18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818908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959077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95907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590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5907705"/>
                  </p:tgtEl>
                </p:cond>
              </p:nextCondLst>
            </p:seq>
          </p:childTnLst>
        </p:cTn>
      </p:par>
    </p:tnLst>
    <p:bldLst>
      <p:bldP spid="2078189087" grpId="0" animBg="1"/>
      <p:bldP spid="129590770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034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Умножение матрицы на матрицу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0329263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199" y="1062230"/>
                <a:ext cx="11410335" cy="4262577"/>
              </a:xfrm>
            </p:spPr>
            <p:txBody>
              <a:bodyPr/>
              <a:lstStyle/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𝐶</m:t>
                        </m:r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rgbClr val="222222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i="1">
                            <a:latin typeface="Cambria Math"/>
                          </a:rPr>
                          <m:t>𝐵</m:t>
                        </m:r>
                        <m:r>
                          <a:rPr lang="ru-RU" b="0" i="1">
                            <a:latin typeface="Cambria Math"/>
                          </a:rPr>
                          <m:t>=</m:t>
                        </m:r>
                        <m:r>
                          <a:rPr lang="en-US" i="1">
                            <a:latin typeface="Cambria Math"/>
                          </a:rPr>
                          <m:t>𝐴𝐵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</m:t>
                            </m:r>
                            <m:r>
                              <a:rPr lang="ru-RU" b="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u-RU" b="0" i="1">
                                <a:latin typeface="Cambria Math"/>
                              </a:rPr>
                              <m:t>1</m:t>
                            </m:r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ru-RU" b="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  <m:r>
                              <a:rPr lang="ru-RU" b="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u-RU" b="0" i="1">
                                <a:latin typeface="Cambria Math"/>
                              </a:rPr>
                              <m:t>2</m:t>
                            </m:r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ru-RU" b="0" i="1">
                            <a:latin typeface="Cambria Math"/>
                          </a:rPr>
                          <m:t>+…+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  <m:r>
                              <a:rPr lang="en-US" b="0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</a:rPr>
                          <m:t>= 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сумме произведений элементов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-ой строки матрицы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br>
                  <a:rPr lang="ru-RU"/>
                </a:br>
                <a:r>
                  <a:rPr lang="ru-RU"/>
                  <a:t>на соответствующие элементы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-</a:t>
                </a:r>
                <a:r>
                  <a:rPr lang="ru-RU"/>
                  <a:t>ого столбца матрицы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𝐵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endParaRPr lang="ru-RU"/>
              </a:p>
              <a:p>
                <a:pPr lvl="1"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 скалярному произведению </a:t>
                </a:r>
                <a:r>
                  <a:rPr lang="ru-RU">
                    <a:solidFill>
                      <a:srgbClr val="00B050"/>
                    </a:solidFill>
                  </a:rPr>
                  <a:t>(</a:t>
                </a:r>
                <a:r>
                  <a:rPr lang="en-US">
                    <a:solidFill>
                      <a:srgbClr val="00B050"/>
                    </a:solidFill>
                  </a:rPr>
                  <a:t>dot product</a:t>
                </a:r>
                <a:r>
                  <a:rPr lang="ru-RU">
                    <a:solidFill>
                      <a:srgbClr val="00B050"/>
                    </a:solidFill>
                  </a:rPr>
                  <a:t>)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-ой строки матрицы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br>
                  <a:rPr lang="ru-RU"/>
                </a:br>
                <a:r>
                  <a:rPr lang="ru-RU"/>
                  <a:t>на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-</a:t>
                </a:r>
                <a:r>
                  <a:rPr lang="ru-RU"/>
                  <a:t>ый столбец матрицы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endParaRPr/>
              </a:p>
              <a:p>
                <a:pPr lvl="1">
                  <a:defRPr/>
                </a:pPr>
                <a:r>
                  <a:rPr lang="ru-RU"/>
                  <a:t>операция не</a:t>
                </a:r>
                <a:r>
                  <a:rPr lang="en-US"/>
                  <a:t> </a:t>
                </a:r>
                <a:r>
                  <a:rPr lang="ru-RU"/>
                  <a:t>коммутативна (нет симметрии</a:t>
                </a:r>
                <a:r>
                  <a:rPr lang="en-US"/>
                  <a:t>; </a:t>
                </a:r>
                <a:r>
                  <a:rPr lang="ru-RU"/>
                  <a:t>вообще говоря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rgbClr val="222222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i="1">
                            <a:latin typeface="Cambria Math"/>
                          </a:rPr>
                          <m:t>𝐵</m:t>
                        </m:r>
                        <m:r>
                          <a:rPr lang="ru-RU" b="0" i="1">
                            <a:latin typeface="Cambria Math"/>
                            <a:ea typeface="Cambria Math"/>
                          </a:rPr>
                          <m:t>≠</m:t>
                        </m:r>
                        <m:r>
                          <a:rPr lang="en-US" b="0" i="1">
                            <a:latin typeface="Cambria Math"/>
                          </a:rPr>
                          <m:t>𝐵</m:t>
                        </m:r>
                        <m:r>
                          <a:rPr lang="en-US" i="1">
                            <a:solidFill>
                              <a:srgbClr val="222222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b="0" i="1"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ru-RU"/>
                  <a:t>)</a:t>
                </a:r>
                <a:endParaRPr/>
              </a:p>
              <a:p>
                <a:pPr lvl="1">
                  <a:defRPr/>
                </a:pPr>
                <a:r>
                  <a:rPr lang="ru-RU"/>
                  <a:t>число столбов первой матрицы должно равняться числу строк второй</a:t>
                </a:r>
                <a:r>
                  <a:rPr lang="en-US"/>
                  <a:t>:</a:t>
                </a:r>
                <a:endParaRPr lang="ru-RU"/>
              </a:p>
              <a:p>
                <a:pPr marL="457200" lvl="1" indent="0">
                  <a:buNone/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b="0" i="1">
                            <a:latin typeface="Cambria Math"/>
                          </a:rPr>
                          <m:t>𝑛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b="0" i="1">
                            <a:solidFill>
                              <a:srgbClr val="745C97"/>
                            </a:solidFill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 ∙ </m:t>
                        </m:r>
                        <m:r>
                          <a:rPr lang="en-US" b="0" i="1">
                            <a:solidFill>
                              <a:srgbClr val="745C97"/>
                            </a:solidFill>
                            <a:latin typeface="Cambria Math"/>
                            <a:ea typeface="Cambria Math"/>
                          </a:rPr>
                          <m:t>𝑚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𝑘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 →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 i="1"/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×</m:t>
                        </m:r>
                        <m:r>
                          <a:rPr lang="en-US" b="0" i="1">
                            <a:latin typeface="Cambria Math"/>
                            <a:ea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 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 i="1"/>
              </a:p>
            </p:txBody>
          </p:sp>
        </mc:Choice>
        <mc:Fallback xmlns="">
          <p:sp>
            <p:nvSpPr>
              <p:cNvPr id="104032926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199" y="1062230"/>
                <a:ext cx="11410335" cy="426257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4177513" name="Group 10"/>
          <p:cNvGrpSpPr/>
          <p:nvPr/>
        </p:nvGrpSpPr>
        <p:grpSpPr bwMode="auto">
          <a:xfrm>
            <a:off x="457199" y="5512615"/>
            <a:ext cx="6843251" cy="888185"/>
            <a:chOff x="457199" y="5512615"/>
            <a:chExt cx="6843251" cy="888185"/>
          </a:xfrm>
        </p:grpSpPr>
        <p:grpSp>
          <p:nvGrpSpPr>
            <p:cNvPr id="10" name="Group 9"/>
            <p:cNvGrpSpPr/>
            <p:nvPr/>
          </p:nvGrpSpPr>
          <p:grpSpPr bwMode="auto">
            <a:xfrm>
              <a:off x="5253818" y="5970659"/>
              <a:ext cx="1681315" cy="430141"/>
              <a:chOff x="1838632" y="6339991"/>
              <a:chExt cx="1681315" cy="430141"/>
            </a:xfrm>
          </p:grpSpPr>
          <p:sp>
            <p:nvSpPr>
              <p:cNvPr id="4" name="Right Brace 3"/>
              <p:cNvSpPr/>
              <p:nvPr/>
            </p:nvSpPr>
            <p:spPr bwMode="auto">
              <a:xfrm rot="5400000">
                <a:off x="2606776" y="5571847"/>
                <a:ext cx="145027" cy="1681315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/>
                  <p:cNvSpPr txBox="1"/>
                  <p:nvPr/>
                </p:nvSpPr>
                <p:spPr bwMode="auto">
                  <a:xfrm>
                    <a:off x="2310579" y="6400800"/>
                    <a:ext cx="73741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>
                      <a:defRPr/>
                    </a:pPr>
                    <mc:AlternateContent>
                      <mc:Choice Requires="a14">
                        <a14:m>
                          <m:oMath xmlns:m="http://schemas.openxmlformats.org/officeDocument/2006/math">
                            <m:r>
                              <a:rPr lang="en-US" b="0" i="1"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oMath>
                        </a14:m>
                      </mc:Choice>
                      <mc:Fallback xmlns="" xmlns:w="http://schemas.openxmlformats.org/wordprocessingml/2006/main" xmlns:m="http://schemas.openxmlformats.org/officeDocument/2006/math"/>
                    </mc:AlternateContent>
                    <a:r>
                      <a:rPr lang="en-US"/>
                      <a:t> </a:t>
                    </a:r>
                    <a:r>
                      <a:rPr lang="ru-RU"/>
                      <a:t>раз</a:t>
                    </a:r>
                    <a:endParaRPr lang="en-US"/>
                  </a:p>
                </p:txBody>
              </p:sp>
            </mc:Choice>
            <mc:Fallback xmlns="">
              <p:sp>
                <p:nvSpPr>
                  <p:cNvPr id="6" name="TextBox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310579" y="6400800"/>
                    <a:ext cx="737419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8197" r="-165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 bwMode="auto">
                <a:xfrm>
                  <a:off x="457199" y="5512615"/>
                  <a:ext cx="6843251" cy="566309"/>
                </a:xfrm>
                <a:prstGeom prst="rect">
                  <a:avLst/>
                </a:prstGeom>
                <a:noFill/>
              </p:spPr>
              <p:txBody>
                <a:bodyPr wrap="square" numCol="2">
                  <a:spAutoFit/>
                </a:bodyPr>
                <a:lstStyle/>
                <a:p>
                  <a:pPr marL="457200" marR="0" lvl="0" indent="-457200" algn="l" defTabSz="914400" rtl="0">
                    <a:lnSpc>
                      <a:spcPct val="11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Tx/>
                    <a:buFont typeface="Wingdings"/>
                    <a:buChar char="q"/>
                    <a:defRPr/>
                  </a:pPr>
                  <mc:AlternateContent>
                    <mc:Choice Requires="a14"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a:rPr lang="en-US" sz="28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srgbClr val="222222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srgbClr val="222222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𝐴𝐴</m:t>
                          </m:r>
                        </m:oMath>
                      </a14:m>
                    </mc:Choice>
                    <mc:Fallback xmlns="" xmlns:w="http://schemas.openxmlformats.org/wordprocessingml/2006/main" xmlns:m="http://schemas.openxmlformats.org/officeDocument/2006/math"/>
                  </mc:AlternateContent>
                  <a:endParaRPr lang="en-US" sz="2800" b="0" i="0" u="none" strike="noStrike" cap="none" spc="0">
                    <a:ln>
                      <a:noFill/>
                    </a:ln>
                    <a:solidFill>
                      <a:srgbClr val="222222"/>
                    </a:solidFill>
                    <a:latin typeface="Calibri"/>
                    <a:ea typeface="Calibri"/>
                    <a:cs typeface="Calibri Light"/>
                  </a:endParaRPr>
                </a:p>
                <a:p>
                  <a:pPr marL="457200" marR="0" lvl="0" indent="-457200" algn="l" defTabSz="914400" rtl="0">
                    <a:lnSpc>
                      <a:spcPct val="110000"/>
                    </a:lnSpc>
                    <a:spcBef>
                      <a:spcPts val="600"/>
                    </a:spcBef>
                    <a:spcAft>
                      <a:spcPts val="0"/>
                    </a:spcAft>
                    <a:buClrTx/>
                    <a:buSzTx/>
                    <a:buFont typeface="Wingdings"/>
                    <a:buChar char="q"/>
                    <a:defRPr/>
                  </a:pPr>
                  <mc:AlternateContent>
                    <mc:Choice Requires="a14"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sz="28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srgbClr val="222222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a:rPr lang="en-US" sz="28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srgbClr val="222222"/>
                                  </a:solidFill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800" b="0" i="1" u="none" strike="noStrike" cap="none" spc="0">
                                  <a:ln>
                                    <a:noFill/>
                                  </a:ln>
                                  <a:solidFill>
                                    <a:srgbClr val="222222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𝐴</m:t>
                          </m:r>
                        </m:oMath>
                      </a14:m>
                    </mc:Choice>
                    <mc:Fallback xmlns="" xmlns:w="http://schemas.openxmlformats.org/wordprocessingml/2006/main" xmlns:m="http://schemas.openxmlformats.org/officeDocument/2006/math"/>
                  </mc:AlternateContent>
                  <a:r>
                    <a:rPr lang="en-US" sz="2800" b="0" i="0" u="none" strike="noStrike" cap="none" spc="0">
                      <a:ln>
                        <a:noFill/>
                      </a:ln>
                      <a:solidFill>
                        <a:srgbClr val="222222"/>
                      </a:solidFill>
                      <a:latin typeface="Calibri"/>
                      <a:ea typeface="Calibri"/>
                      <a:cs typeface="Calibri Light"/>
                    </a:rPr>
                    <a:t> </a:t>
                  </a:r>
                  <mc:AlternateContent>
                    <mc:Choice Requires="a14">
                      <a14:m>
                        <m:oMath xmlns:m="http://schemas.openxmlformats.org/officeDocument/2006/math"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…</m:t>
                          </m:r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sz="2800" b="0" i="1" u="none" strike="noStrike" cap="none" spc="0">
                              <a:ln>
                                <a:noFill/>
                              </a:ln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𝐴</m:t>
                          </m:r>
                        </m:oMath>
                      </a14:m>
                    </mc:Choice>
                    <mc:Fallback xmlns="" xmlns:w="http://schemas.openxmlformats.org/wordprocessingml/2006/main" xmlns:m="http://schemas.openxmlformats.org/officeDocument/2006/math"/>
                  </mc:AlternateContent>
                  <a:endParaRPr lang="en-US" sz="2800" b="0" i="0" u="none" strike="noStrike" cap="none" spc="0">
                    <a:ln>
                      <a:noFill/>
                    </a:ln>
                    <a:solidFill>
                      <a:srgbClr val="222222"/>
                    </a:solidFill>
                    <a:latin typeface="Calibri"/>
                    <a:ea typeface="Calibri"/>
                    <a:cs typeface="Calibri Light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7199" y="5512615"/>
                  <a:ext cx="6843251" cy="56630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810312" name="TextBox 5"/>
          <p:cNvSpPr txBox="1"/>
          <p:nvPr/>
        </p:nvSpPr>
        <p:spPr bwMode="auto">
          <a:xfrm>
            <a:off x="1821420" y="2479310"/>
            <a:ext cx="2304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     0     3    -2</a:t>
            </a:r>
            <a:endParaRPr/>
          </a:p>
          <a:p>
            <a:pPr marL="342900" indent="-342900">
              <a:defRPr/>
            </a:pPr>
            <a:r>
              <a:rPr lang="en-GB" sz="2800"/>
              <a:t>2     8     4     3</a:t>
            </a:r>
            <a:endParaRPr/>
          </a:p>
          <a:p>
            <a:pPr marL="342900" indent="-342900">
              <a:defRPr/>
            </a:pPr>
            <a:r>
              <a:rPr lang="en-GB" sz="2800"/>
              <a:t>7     -1    0     2</a:t>
            </a:r>
            <a:endParaRPr/>
          </a:p>
        </p:txBody>
      </p:sp>
      <p:sp>
        <p:nvSpPr>
          <p:cNvPr id="2107728102" name="TextBox 6"/>
          <p:cNvSpPr txBox="1"/>
          <p:nvPr/>
        </p:nvSpPr>
        <p:spPr bwMode="auto">
          <a:xfrm>
            <a:off x="5364334" y="2463628"/>
            <a:ext cx="1224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5    </a:t>
            </a:r>
            <a:r>
              <a:rPr lang="ru-RU" sz="2800"/>
              <a:t>  </a:t>
            </a:r>
            <a:r>
              <a:rPr lang="en-GB" sz="2800"/>
              <a:t> 1    </a:t>
            </a:r>
            <a:endParaRPr/>
          </a:p>
          <a:p>
            <a:pPr marL="342900" indent="-342900">
              <a:defRPr/>
            </a:pPr>
            <a:r>
              <a:rPr lang="en-GB" sz="2800"/>
              <a:t>1    </a:t>
            </a:r>
            <a:r>
              <a:rPr lang="ru-RU" sz="2800"/>
              <a:t>  </a:t>
            </a:r>
            <a:r>
              <a:rPr lang="en-GB" sz="2800"/>
              <a:t> 7    </a:t>
            </a:r>
            <a:endParaRPr/>
          </a:p>
          <a:p>
            <a:pPr marL="342900" indent="-342900">
              <a:defRPr/>
            </a:pPr>
            <a:r>
              <a:rPr lang="en-GB" sz="2800"/>
              <a:t>0    </a:t>
            </a:r>
            <a:r>
              <a:rPr lang="ru-RU" sz="2800"/>
              <a:t>  </a:t>
            </a:r>
            <a:r>
              <a:rPr lang="en-GB" sz="2800"/>
              <a:t> 3    </a:t>
            </a:r>
            <a:endParaRPr/>
          </a:p>
          <a:p>
            <a:pPr marL="342900" indent="-342900">
              <a:defRPr/>
            </a:pPr>
            <a:r>
              <a:rPr lang="en-GB" sz="2800"/>
              <a:t>8    </a:t>
            </a:r>
            <a:r>
              <a:rPr lang="ru-RU" sz="2800"/>
              <a:t>  </a:t>
            </a:r>
            <a:r>
              <a:rPr lang="en-GB" sz="2800"/>
              <a:t> -3  </a:t>
            </a:r>
            <a:endParaRPr/>
          </a:p>
        </p:txBody>
      </p:sp>
      <p:sp>
        <p:nvSpPr>
          <p:cNvPr id="198500879" name="Left Bracket 7"/>
          <p:cNvSpPr/>
          <p:nvPr/>
        </p:nvSpPr>
        <p:spPr bwMode="auto">
          <a:xfrm>
            <a:off x="1717669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53511670" name="Left Bracket 8"/>
          <p:cNvSpPr/>
          <p:nvPr/>
        </p:nvSpPr>
        <p:spPr bwMode="auto">
          <a:xfrm flipH="1">
            <a:off x="3949917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25555212" name="Left Bracket 9"/>
          <p:cNvSpPr/>
          <p:nvPr/>
        </p:nvSpPr>
        <p:spPr bwMode="auto">
          <a:xfrm>
            <a:off x="5249958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58776337" name="Left Bracket 10"/>
          <p:cNvSpPr/>
          <p:nvPr/>
        </p:nvSpPr>
        <p:spPr bwMode="auto">
          <a:xfrm flipH="1">
            <a:off x="6362185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71842616" name="Rectangle 11"/>
          <p:cNvSpPr/>
          <p:nvPr/>
        </p:nvSpPr>
        <p:spPr bwMode="auto">
          <a:xfrm>
            <a:off x="1861685" y="2479310"/>
            <a:ext cx="2160240" cy="432048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64918602" name="Rectangle 12"/>
          <p:cNvSpPr/>
          <p:nvPr/>
        </p:nvSpPr>
        <p:spPr bwMode="auto">
          <a:xfrm>
            <a:off x="5354073" y="2515314"/>
            <a:ext cx="432048" cy="1728192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598947" name="Left Bracket 13"/>
          <p:cNvSpPr/>
          <p:nvPr/>
        </p:nvSpPr>
        <p:spPr bwMode="auto">
          <a:xfrm>
            <a:off x="7971676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15481987" name="Left Bracket 14"/>
          <p:cNvSpPr/>
          <p:nvPr/>
        </p:nvSpPr>
        <p:spPr bwMode="auto">
          <a:xfrm flipH="1">
            <a:off x="9915892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32493" name="TextBox 15"/>
          <p:cNvSpPr txBox="1"/>
          <p:nvPr/>
        </p:nvSpPr>
        <p:spPr bwMode="auto">
          <a:xfrm>
            <a:off x="8187700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-11 </a:t>
            </a:r>
            <a:endParaRPr/>
          </a:p>
        </p:txBody>
      </p:sp>
      <p:sp>
        <p:nvSpPr>
          <p:cNvPr id="596376599" name="TextBox 16"/>
          <p:cNvSpPr txBox="1"/>
          <p:nvPr/>
        </p:nvSpPr>
        <p:spPr bwMode="auto">
          <a:xfrm>
            <a:off x="2859108" y="4927582"/>
            <a:ext cx="691276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Первая строка на первый столбец</a:t>
            </a:r>
            <a:r>
              <a:rPr lang="en-US"/>
              <a:t>:</a:t>
            </a:r>
            <a:endParaRPr lang="en-GB"/>
          </a:p>
          <a:p>
            <a:pPr>
              <a:defRPr/>
            </a:pPr>
            <a:r>
              <a:rPr lang="en-GB"/>
              <a:t>(1 x 5) + (0 x 1) + (3 x 0) + (-2 x 8) = -11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9696518" name="TextBox 3"/>
              <p:cNvSpPr txBox="1"/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×4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469696518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  <a:blipFill>
                <a:blip r:embed="rId3"/>
                <a:stretch>
                  <a:fillRect l="-8421" r="-94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8973964" name="TextBox 4"/>
              <p:cNvSpPr txBox="1"/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4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588973964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  <a:blipFill>
                <a:blip r:embed="rId4"/>
                <a:stretch>
                  <a:fillRect l="-8421" r="-94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1891616" name="TextBox 23"/>
              <p:cNvSpPr txBox="1"/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611891616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  <a:blipFill>
                <a:blip r:embed="rId5"/>
                <a:stretch>
                  <a:fillRect l="-9574" r="-95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69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97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89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4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184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91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6491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37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637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3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842616" grpId="0" animBg="1"/>
      <p:bldP spid="1564918602" grpId="0" animBg="1"/>
      <p:bldP spid="2732493" grpId="0"/>
      <p:bldP spid="596376599" grpId="0" animBg="1"/>
      <p:bldP spid="469696518" grpId="0"/>
      <p:bldP spid="588973964" grpId="0"/>
      <p:bldP spid="6118916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458648" name="TextBox 5"/>
          <p:cNvSpPr txBox="1"/>
          <p:nvPr/>
        </p:nvSpPr>
        <p:spPr bwMode="auto">
          <a:xfrm>
            <a:off x="1821420" y="2479310"/>
            <a:ext cx="2304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     0     3    -2</a:t>
            </a:r>
            <a:endParaRPr/>
          </a:p>
          <a:p>
            <a:pPr marL="342900" indent="-342900">
              <a:defRPr/>
            </a:pPr>
            <a:r>
              <a:rPr lang="en-GB" sz="2800"/>
              <a:t>2     8     4     3</a:t>
            </a:r>
            <a:endParaRPr/>
          </a:p>
          <a:p>
            <a:pPr marL="342900" indent="-342900">
              <a:defRPr/>
            </a:pPr>
            <a:r>
              <a:rPr lang="en-GB" sz="2800"/>
              <a:t>7     -1    0     2</a:t>
            </a:r>
            <a:endParaRPr/>
          </a:p>
        </p:txBody>
      </p:sp>
      <p:sp>
        <p:nvSpPr>
          <p:cNvPr id="2087635274" name="TextBox 6"/>
          <p:cNvSpPr txBox="1"/>
          <p:nvPr/>
        </p:nvSpPr>
        <p:spPr bwMode="auto">
          <a:xfrm>
            <a:off x="5364334" y="2463628"/>
            <a:ext cx="1224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5    </a:t>
            </a:r>
            <a:r>
              <a:rPr lang="ru-RU" sz="2800"/>
              <a:t>  </a:t>
            </a:r>
            <a:r>
              <a:rPr lang="en-GB" sz="2800"/>
              <a:t> 1    </a:t>
            </a:r>
            <a:endParaRPr/>
          </a:p>
          <a:p>
            <a:pPr marL="342900" indent="-342900">
              <a:defRPr/>
            </a:pPr>
            <a:r>
              <a:rPr lang="en-GB" sz="2800"/>
              <a:t>1    </a:t>
            </a:r>
            <a:r>
              <a:rPr lang="ru-RU" sz="2800"/>
              <a:t>  </a:t>
            </a:r>
            <a:r>
              <a:rPr lang="en-GB" sz="2800"/>
              <a:t> 7    </a:t>
            </a:r>
            <a:endParaRPr/>
          </a:p>
          <a:p>
            <a:pPr marL="342900" indent="-342900">
              <a:defRPr/>
            </a:pPr>
            <a:r>
              <a:rPr lang="en-GB" sz="2800"/>
              <a:t>0    </a:t>
            </a:r>
            <a:r>
              <a:rPr lang="ru-RU" sz="2800"/>
              <a:t>  </a:t>
            </a:r>
            <a:r>
              <a:rPr lang="en-GB" sz="2800"/>
              <a:t> 3    </a:t>
            </a:r>
            <a:endParaRPr/>
          </a:p>
          <a:p>
            <a:pPr marL="342900" indent="-342900">
              <a:defRPr/>
            </a:pPr>
            <a:r>
              <a:rPr lang="en-GB" sz="2800"/>
              <a:t>8    </a:t>
            </a:r>
            <a:r>
              <a:rPr lang="ru-RU" sz="2800"/>
              <a:t>  </a:t>
            </a:r>
            <a:r>
              <a:rPr lang="en-GB" sz="2800"/>
              <a:t> -3  </a:t>
            </a:r>
            <a:endParaRPr/>
          </a:p>
        </p:txBody>
      </p:sp>
      <p:sp>
        <p:nvSpPr>
          <p:cNvPr id="155568285" name="Left Bracket 7"/>
          <p:cNvSpPr/>
          <p:nvPr/>
        </p:nvSpPr>
        <p:spPr bwMode="auto">
          <a:xfrm>
            <a:off x="1717669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08138387" name="Left Bracket 8"/>
          <p:cNvSpPr/>
          <p:nvPr/>
        </p:nvSpPr>
        <p:spPr bwMode="auto">
          <a:xfrm flipH="1">
            <a:off x="3949917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104074464" name="Left Bracket 9"/>
          <p:cNvSpPr/>
          <p:nvPr/>
        </p:nvSpPr>
        <p:spPr bwMode="auto">
          <a:xfrm>
            <a:off x="5249958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44668416" name="Left Bracket 10"/>
          <p:cNvSpPr/>
          <p:nvPr/>
        </p:nvSpPr>
        <p:spPr bwMode="auto">
          <a:xfrm flipH="1">
            <a:off x="6362185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17441097" name="Rectangle 11"/>
          <p:cNvSpPr/>
          <p:nvPr/>
        </p:nvSpPr>
        <p:spPr bwMode="auto">
          <a:xfrm>
            <a:off x="1861685" y="2479310"/>
            <a:ext cx="2160240" cy="432048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03787108" name="Rectangle 12"/>
          <p:cNvSpPr/>
          <p:nvPr/>
        </p:nvSpPr>
        <p:spPr bwMode="auto">
          <a:xfrm>
            <a:off x="6088972" y="2551318"/>
            <a:ext cx="432048" cy="1728192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68568839" name="Left Bracket 13"/>
          <p:cNvSpPr/>
          <p:nvPr/>
        </p:nvSpPr>
        <p:spPr bwMode="auto">
          <a:xfrm>
            <a:off x="7971676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34974171" name="Left Bracket 14"/>
          <p:cNvSpPr/>
          <p:nvPr/>
        </p:nvSpPr>
        <p:spPr bwMode="auto">
          <a:xfrm flipH="1">
            <a:off x="9915892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5707353" name="TextBox 15"/>
          <p:cNvSpPr txBox="1"/>
          <p:nvPr/>
        </p:nvSpPr>
        <p:spPr bwMode="auto">
          <a:xfrm>
            <a:off x="8187700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-11 </a:t>
            </a:r>
            <a:endParaRPr/>
          </a:p>
        </p:txBody>
      </p:sp>
      <p:sp>
        <p:nvSpPr>
          <p:cNvPr id="10826505" name="TextBox 16"/>
          <p:cNvSpPr txBox="1"/>
          <p:nvPr/>
        </p:nvSpPr>
        <p:spPr bwMode="auto">
          <a:xfrm>
            <a:off x="2859108" y="4927582"/>
            <a:ext cx="691276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Первая строка на второй столбец</a:t>
            </a:r>
            <a:r>
              <a:rPr lang="en-US"/>
              <a:t>:</a:t>
            </a:r>
            <a:endParaRPr lang="en-GB"/>
          </a:p>
          <a:p>
            <a:pPr>
              <a:defRPr/>
            </a:pPr>
            <a:r>
              <a:rPr lang="en-GB"/>
              <a:t>(1 x </a:t>
            </a:r>
            <a:r>
              <a:rPr lang="ru-RU"/>
              <a:t>1</a:t>
            </a:r>
            <a:r>
              <a:rPr lang="en-GB"/>
              <a:t>) + (0 x </a:t>
            </a:r>
            <a:r>
              <a:rPr lang="ru-RU"/>
              <a:t>7</a:t>
            </a:r>
            <a:r>
              <a:rPr lang="en-GB"/>
              <a:t>) + (3 x </a:t>
            </a:r>
            <a:r>
              <a:rPr lang="ru-RU"/>
              <a:t>3</a:t>
            </a:r>
            <a:r>
              <a:rPr lang="en-GB"/>
              <a:t>) + (-2 x </a:t>
            </a:r>
            <a:r>
              <a:rPr lang="ru-RU"/>
              <a:t>-3</a:t>
            </a:r>
            <a:r>
              <a:rPr lang="en-GB"/>
              <a:t>) = </a:t>
            </a:r>
            <a:r>
              <a:rPr lang="ru-RU"/>
              <a:t>16</a:t>
            </a:r>
            <a:endParaRPr lang="en-GB"/>
          </a:p>
        </p:txBody>
      </p:sp>
      <p:sp>
        <p:nvSpPr>
          <p:cNvPr id="1573444355" name="TextBox 2"/>
          <p:cNvSpPr txBox="1"/>
          <p:nvPr/>
        </p:nvSpPr>
        <p:spPr bwMode="auto">
          <a:xfrm>
            <a:off x="9123804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16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3116855" name="TextBox 3"/>
              <p:cNvSpPr txBox="1"/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×4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203116855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  <a:blipFill>
                <a:blip r:embed="rId3"/>
                <a:stretch>
                  <a:fillRect l="-8421" r="-94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838836" name="TextBox 4"/>
              <p:cNvSpPr txBox="1"/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4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44838836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  <a:blipFill>
                <a:blip r:embed="rId4"/>
                <a:stretch>
                  <a:fillRect l="-8421" r="-94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693736" name="TextBox 17"/>
              <p:cNvSpPr txBox="1"/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471693736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  <a:blipFill>
                <a:blip r:embed="rId5"/>
                <a:stretch>
                  <a:fillRect l="-9574" r="-95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7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0378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44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3787108" grpId="0" animBg="1"/>
      <p:bldP spid="15734443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555884" name="TextBox 5"/>
          <p:cNvSpPr txBox="1"/>
          <p:nvPr/>
        </p:nvSpPr>
        <p:spPr bwMode="auto">
          <a:xfrm>
            <a:off x="1821420" y="2479310"/>
            <a:ext cx="2304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     0     3    -2</a:t>
            </a:r>
            <a:endParaRPr/>
          </a:p>
          <a:p>
            <a:pPr marL="342900" indent="-342900">
              <a:defRPr/>
            </a:pPr>
            <a:r>
              <a:rPr lang="en-GB" sz="2800"/>
              <a:t>2     8     4     3</a:t>
            </a:r>
            <a:endParaRPr/>
          </a:p>
          <a:p>
            <a:pPr marL="342900" indent="-342900">
              <a:defRPr/>
            </a:pPr>
            <a:r>
              <a:rPr lang="en-GB" sz="2800"/>
              <a:t>7     -1    0     2</a:t>
            </a:r>
            <a:endParaRPr/>
          </a:p>
        </p:txBody>
      </p:sp>
      <p:sp>
        <p:nvSpPr>
          <p:cNvPr id="767523464" name="TextBox 6"/>
          <p:cNvSpPr txBox="1"/>
          <p:nvPr/>
        </p:nvSpPr>
        <p:spPr bwMode="auto">
          <a:xfrm>
            <a:off x="5364334" y="2463628"/>
            <a:ext cx="1224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5    </a:t>
            </a:r>
            <a:r>
              <a:rPr lang="ru-RU" sz="2800"/>
              <a:t>  </a:t>
            </a:r>
            <a:r>
              <a:rPr lang="en-GB" sz="2800"/>
              <a:t> 1    </a:t>
            </a:r>
            <a:endParaRPr/>
          </a:p>
          <a:p>
            <a:pPr marL="342900" indent="-342900">
              <a:defRPr/>
            </a:pPr>
            <a:r>
              <a:rPr lang="en-GB" sz="2800"/>
              <a:t>1    </a:t>
            </a:r>
            <a:r>
              <a:rPr lang="ru-RU" sz="2800"/>
              <a:t>  </a:t>
            </a:r>
            <a:r>
              <a:rPr lang="en-GB" sz="2800"/>
              <a:t> 7    </a:t>
            </a:r>
            <a:endParaRPr/>
          </a:p>
          <a:p>
            <a:pPr marL="342900" indent="-342900">
              <a:defRPr/>
            </a:pPr>
            <a:r>
              <a:rPr lang="en-GB" sz="2800"/>
              <a:t>0    </a:t>
            </a:r>
            <a:r>
              <a:rPr lang="ru-RU" sz="2800"/>
              <a:t>  </a:t>
            </a:r>
            <a:r>
              <a:rPr lang="en-GB" sz="2800"/>
              <a:t> 3    </a:t>
            </a:r>
            <a:endParaRPr/>
          </a:p>
          <a:p>
            <a:pPr marL="342900" indent="-342900">
              <a:defRPr/>
            </a:pPr>
            <a:r>
              <a:rPr lang="en-GB" sz="2800"/>
              <a:t>8    </a:t>
            </a:r>
            <a:r>
              <a:rPr lang="ru-RU" sz="2800"/>
              <a:t>  </a:t>
            </a:r>
            <a:r>
              <a:rPr lang="en-GB" sz="2800"/>
              <a:t> -3  </a:t>
            </a:r>
            <a:endParaRPr/>
          </a:p>
        </p:txBody>
      </p:sp>
      <p:sp>
        <p:nvSpPr>
          <p:cNvPr id="1592619912" name="Left Bracket 7"/>
          <p:cNvSpPr/>
          <p:nvPr/>
        </p:nvSpPr>
        <p:spPr bwMode="auto">
          <a:xfrm>
            <a:off x="1717669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92452004" name="Left Bracket 8"/>
          <p:cNvSpPr/>
          <p:nvPr/>
        </p:nvSpPr>
        <p:spPr bwMode="auto">
          <a:xfrm flipH="1">
            <a:off x="3949917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92090168" name="Left Bracket 9"/>
          <p:cNvSpPr/>
          <p:nvPr/>
        </p:nvSpPr>
        <p:spPr bwMode="auto">
          <a:xfrm>
            <a:off x="5249958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41760600" name="Left Bracket 10"/>
          <p:cNvSpPr/>
          <p:nvPr/>
        </p:nvSpPr>
        <p:spPr bwMode="auto">
          <a:xfrm flipH="1">
            <a:off x="6362185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45200912" name="Rectangle 12"/>
          <p:cNvSpPr/>
          <p:nvPr/>
        </p:nvSpPr>
        <p:spPr bwMode="auto">
          <a:xfrm>
            <a:off x="5357339" y="2515314"/>
            <a:ext cx="432048" cy="1728192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46453077" name="Left Bracket 13"/>
          <p:cNvSpPr/>
          <p:nvPr/>
        </p:nvSpPr>
        <p:spPr bwMode="auto">
          <a:xfrm>
            <a:off x="7971676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44864176" name="Left Bracket 14"/>
          <p:cNvSpPr/>
          <p:nvPr/>
        </p:nvSpPr>
        <p:spPr bwMode="auto">
          <a:xfrm flipH="1">
            <a:off x="9915892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00201858" name="TextBox 15"/>
          <p:cNvSpPr txBox="1"/>
          <p:nvPr/>
        </p:nvSpPr>
        <p:spPr bwMode="auto">
          <a:xfrm>
            <a:off x="8187700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-11 </a:t>
            </a:r>
            <a:endParaRPr/>
          </a:p>
        </p:txBody>
      </p:sp>
      <p:sp>
        <p:nvSpPr>
          <p:cNvPr id="996838959" name="TextBox 16"/>
          <p:cNvSpPr txBox="1"/>
          <p:nvPr/>
        </p:nvSpPr>
        <p:spPr bwMode="auto">
          <a:xfrm>
            <a:off x="2859108" y="4927582"/>
            <a:ext cx="691276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Вторая строка на первый столбец</a:t>
            </a:r>
            <a:r>
              <a:rPr lang="en-US"/>
              <a:t>:</a:t>
            </a:r>
            <a:endParaRPr lang="en-GB"/>
          </a:p>
          <a:p>
            <a:pPr>
              <a:defRPr/>
            </a:pPr>
            <a:r>
              <a:rPr lang="en-GB"/>
              <a:t>(</a:t>
            </a:r>
            <a:r>
              <a:rPr lang="ru-RU"/>
              <a:t>2</a:t>
            </a:r>
            <a:r>
              <a:rPr lang="en-GB"/>
              <a:t> x 5) + (</a:t>
            </a:r>
            <a:r>
              <a:rPr lang="ru-RU"/>
              <a:t>8</a:t>
            </a:r>
            <a:r>
              <a:rPr lang="en-GB"/>
              <a:t> x 1) + (</a:t>
            </a:r>
            <a:r>
              <a:rPr lang="ru-RU"/>
              <a:t>4</a:t>
            </a:r>
            <a:r>
              <a:rPr lang="en-GB"/>
              <a:t> x 0) + (</a:t>
            </a:r>
            <a:r>
              <a:rPr lang="ru-RU"/>
              <a:t>3 </a:t>
            </a:r>
            <a:r>
              <a:rPr lang="en-GB"/>
              <a:t>x 8) = </a:t>
            </a:r>
            <a:r>
              <a:rPr lang="ru-RU"/>
              <a:t>42</a:t>
            </a:r>
            <a:endParaRPr lang="en-GB"/>
          </a:p>
        </p:txBody>
      </p:sp>
      <p:sp>
        <p:nvSpPr>
          <p:cNvPr id="1681404422" name="TextBox 2"/>
          <p:cNvSpPr txBox="1"/>
          <p:nvPr/>
        </p:nvSpPr>
        <p:spPr bwMode="auto">
          <a:xfrm>
            <a:off x="9123804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16</a:t>
            </a:r>
            <a:endParaRPr/>
          </a:p>
        </p:txBody>
      </p:sp>
      <p:sp>
        <p:nvSpPr>
          <p:cNvPr id="1790044858" name="TextBox 3"/>
          <p:cNvSpPr txBox="1"/>
          <p:nvPr/>
        </p:nvSpPr>
        <p:spPr bwMode="auto">
          <a:xfrm>
            <a:off x="8187700" y="305537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en-GB" sz="2800"/>
              <a:t>42</a:t>
            </a:r>
            <a:endParaRPr/>
          </a:p>
        </p:txBody>
      </p:sp>
      <p:sp>
        <p:nvSpPr>
          <p:cNvPr id="831720984" name="Rectangle 17"/>
          <p:cNvSpPr/>
          <p:nvPr/>
        </p:nvSpPr>
        <p:spPr bwMode="auto">
          <a:xfrm>
            <a:off x="1861685" y="2939521"/>
            <a:ext cx="2160240" cy="432048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0574992" name="TextBox 18"/>
              <p:cNvSpPr txBox="1"/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×4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910574992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  <a:blipFill>
                <a:blip r:embed="rId3"/>
                <a:stretch>
                  <a:fillRect l="-8421" r="-94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5979788" name="TextBox 19"/>
              <p:cNvSpPr txBox="1"/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4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2125979788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  <a:blipFill>
                <a:blip r:embed="rId4"/>
                <a:stretch>
                  <a:fillRect l="-8421" r="-94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995177" name="TextBox 20"/>
              <p:cNvSpPr txBox="1"/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413995177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  <a:blipFill>
                <a:blip r:embed="rId5"/>
                <a:stretch>
                  <a:fillRect l="-9574" r="-95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72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172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0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520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04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200912" grpId="0" animBg="1"/>
      <p:bldP spid="1790044858" grpId="0"/>
      <p:bldP spid="8317209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867336" name="TextBox 5"/>
          <p:cNvSpPr txBox="1"/>
          <p:nvPr/>
        </p:nvSpPr>
        <p:spPr bwMode="auto">
          <a:xfrm>
            <a:off x="1821420" y="2479310"/>
            <a:ext cx="2304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     0     3    -2</a:t>
            </a:r>
            <a:endParaRPr/>
          </a:p>
          <a:p>
            <a:pPr marL="342900" indent="-342900">
              <a:defRPr/>
            </a:pPr>
            <a:r>
              <a:rPr lang="en-GB" sz="2800"/>
              <a:t>2     8     4     3</a:t>
            </a:r>
            <a:endParaRPr/>
          </a:p>
          <a:p>
            <a:pPr marL="342900" indent="-342900">
              <a:defRPr/>
            </a:pPr>
            <a:r>
              <a:rPr lang="en-GB" sz="2800"/>
              <a:t>7     -1    0     2</a:t>
            </a:r>
            <a:endParaRPr/>
          </a:p>
        </p:txBody>
      </p:sp>
      <p:sp>
        <p:nvSpPr>
          <p:cNvPr id="795148064" name="TextBox 6"/>
          <p:cNvSpPr txBox="1"/>
          <p:nvPr/>
        </p:nvSpPr>
        <p:spPr bwMode="auto">
          <a:xfrm>
            <a:off x="5364334" y="2463628"/>
            <a:ext cx="1224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5    </a:t>
            </a:r>
            <a:r>
              <a:rPr lang="ru-RU" sz="2800"/>
              <a:t>  </a:t>
            </a:r>
            <a:r>
              <a:rPr lang="en-GB" sz="2800"/>
              <a:t> 1    </a:t>
            </a:r>
            <a:endParaRPr/>
          </a:p>
          <a:p>
            <a:pPr marL="342900" indent="-342900">
              <a:defRPr/>
            </a:pPr>
            <a:r>
              <a:rPr lang="en-GB" sz="2800"/>
              <a:t>1    </a:t>
            </a:r>
            <a:r>
              <a:rPr lang="ru-RU" sz="2800"/>
              <a:t>  </a:t>
            </a:r>
            <a:r>
              <a:rPr lang="en-GB" sz="2800"/>
              <a:t> 7    </a:t>
            </a:r>
            <a:endParaRPr/>
          </a:p>
          <a:p>
            <a:pPr marL="342900" indent="-342900">
              <a:defRPr/>
            </a:pPr>
            <a:r>
              <a:rPr lang="en-GB" sz="2800"/>
              <a:t>0    </a:t>
            </a:r>
            <a:r>
              <a:rPr lang="ru-RU" sz="2800"/>
              <a:t>  </a:t>
            </a:r>
            <a:r>
              <a:rPr lang="en-GB" sz="2800"/>
              <a:t> 3    </a:t>
            </a:r>
            <a:endParaRPr/>
          </a:p>
          <a:p>
            <a:pPr marL="342900" indent="-342900">
              <a:defRPr/>
            </a:pPr>
            <a:r>
              <a:rPr lang="en-GB" sz="2800"/>
              <a:t>8    </a:t>
            </a:r>
            <a:r>
              <a:rPr lang="ru-RU" sz="2800"/>
              <a:t>  </a:t>
            </a:r>
            <a:r>
              <a:rPr lang="en-GB" sz="2800"/>
              <a:t> -3  </a:t>
            </a:r>
            <a:endParaRPr/>
          </a:p>
        </p:txBody>
      </p:sp>
      <p:sp>
        <p:nvSpPr>
          <p:cNvPr id="1571691724" name="Left Bracket 7"/>
          <p:cNvSpPr/>
          <p:nvPr/>
        </p:nvSpPr>
        <p:spPr bwMode="auto">
          <a:xfrm>
            <a:off x="1717669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4653957" name="Left Bracket 8"/>
          <p:cNvSpPr/>
          <p:nvPr/>
        </p:nvSpPr>
        <p:spPr bwMode="auto">
          <a:xfrm flipH="1">
            <a:off x="3949917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9787468" name="Left Bracket 9"/>
          <p:cNvSpPr/>
          <p:nvPr/>
        </p:nvSpPr>
        <p:spPr bwMode="auto">
          <a:xfrm>
            <a:off x="5249958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395" name="Left Bracket 10"/>
          <p:cNvSpPr/>
          <p:nvPr/>
        </p:nvSpPr>
        <p:spPr bwMode="auto">
          <a:xfrm flipH="1">
            <a:off x="6362185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35422128" name="Rectangle 11"/>
          <p:cNvSpPr/>
          <p:nvPr/>
        </p:nvSpPr>
        <p:spPr bwMode="auto">
          <a:xfrm>
            <a:off x="1821420" y="2947362"/>
            <a:ext cx="2160240" cy="432048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12892427" name="Rectangle 12"/>
          <p:cNvSpPr/>
          <p:nvPr/>
        </p:nvSpPr>
        <p:spPr bwMode="auto">
          <a:xfrm>
            <a:off x="6107110" y="2524896"/>
            <a:ext cx="432048" cy="1728192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38482344" name="Left Bracket 13"/>
          <p:cNvSpPr/>
          <p:nvPr/>
        </p:nvSpPr>
        <p:spPr bwMode="auto">
          <a:xfrm>
            <a:off x="7971676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53872341" name="Left Bracket 14"/>
          <p:cNvSpPr/>
          <p:nvPr/>
        </p:nvSpPr>
        <p:spPr bwMode="auto">
          <a:xfrm flipH="1">
            <a:off x="9915892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58534191" name="TextBox 15"/>
          <p:cNvSpPr txBox="1"/>
          <p:nvPr/>
        </p:nvSpPr>
        <p:spPr bwMode="auto">
          <a:xfrm>
            <a:off x="8187700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-11 </a:t>
            </a:r>
            <a:endParaRPr/>
          </a:p>
        </p:txBody>
      </p:sp>
      <p:sp>
        <p:nvSpPr>
          <p:cNvPr id="1423927553" name="TextBox 16"/>
          <p:cNvSpPr txBox="1"/>
          <p:nvPr/>
        </p:nvSpPr>
        <p:spPr bwMode="auto">
          <a:xfrm>
            <a:off x="2859108" y="4927582"/>
            <a:ext cx="691276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Вторая строка на второй столбец</a:t>
            </a:r>
            <a:r>
              <a:rPr lang="en-US"/>
              <a:t>:</a:t>
            </a:r>
            <a:endParaRPr lang="en-GB"/>
          </a:p>
          <a:p>
            <a:pPr>
              <a:defRPr/>
            </a:pPr>
            <a:r>
              <a:rPr lang="en-GB"/>
              <a:t>(</a:t>
            </a:r>
            <a:r>
              <a:rPr lang="ru-RU"/>
              <a:t>2</a:t>
            </a:r>
            <a:r>
              <a:rPr lang="en-GB"/>
              <a:t> x </a:t>
            </a:r>
            <a:r>
              <a:rPr lang="ru-RU"/>
              <a:t>1</a:t>
            </a:r>
            <a:r>
              <a:rPr lang="en-GB"/>
              <a:t>) + (</a:t>
            </a:r>
            <a:r>
              <a:rPr lang="ru-RU"/>
              <a:t>8</a:t>
            </a:r>
            <a:r>
              <a:rPr lang="en-GB"/>
              <a:t> x </a:t>
            </a:r>
            <a:r>
              <a:rPr lang="ru-RU"/>
              <a:t>7</a:t>
            </a:r>
            <a:r>
              <a:rPr lang="en-GB"/>
              <a:t>) + (</a:t>
            </a:r>
            <a:r>
              <a:rPr lang="ru-RU"/>
              <a:t>4</a:t>
            </a:r>
            <a:r>
              <a:rPr lang="en-GB"/>
              <a:t> x </a:t>
            </a:r>
            <a:r>
              <a:rPr lang="ru-RU"/>
              <a:t>3</a:t>
            </a:r>
            <a:r>
              <a:rPr lang="en-GB"/>
              <a:t>) + (</a:t>
            </a:r>
            <a:r>
              <a:rPr lang="ru-RU"/>
              <a:t>3 </a:t>
            </a:r>
            <a:r>
              <a:rPr lang="en-GB"/>
              <a:t>x </a:t>
            </a:r>
            <a:r>
              <a:rPr lang="ru-RU"/>
              <a:t>-3</a:t>
            </a:r>
            <a:r>
              <a:rPr lang="en-GB"/>
              <a:t>) = </a:t>
            </a:r>
            <a:r>
              <a:rPr lang="ru-RU"/>
              <a:t>61</a:t>
            </a:r>
            <a:endParaRPr lang="en-GB"/>
          </a:p>
        </p:txBody>
      </p:sp>
      <p:sp>
        <p:nvSpPr>
          <p:cNvPr id="641113046" name="TextBox 2"/>
          <p:cNvSpPr txBox="1"/>
          <p:nvPr/>
        </p:nvSpPr>
        <p:spPr bwMode="auto">
          <a:xfrm>
            <a:off x="9123804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16</a:t>
            </a:r>
            <a:endParaRPr/>
          </a:p>
        </p:txBody>
      </p:sp>
      <p:sp>
        <p:nvSpPr>
          <p:cNvPr id="534517448" name="TextBox 3"/>
          <p:cNvSpPr txBox="1"/>
          <p:nvPr/>
        </p:nvSpPr>
        <p:spPr bwMode="auto">
          <a:xfrm>
            <a:off x="8187700" y="305537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en-GB" sz="2800"/>
              <a:t>42</a:t>
            </a:r>
            <a:endParaRPr/>
          </a:p>
        </p:txBody>
      </p:sp>
      <p:sp>
        <p:nvSpPr>
          <p:cNvPr id="1106061444" name="TextBox 4"/>
          <p:cNvSpPr txBox="1"/>
          <p:nvPr/>
        </p:nvSpPr>
        <p:spPr bwMode="auto">
          <a:xfrm>
            <a:off x="9059057" y="305537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ru-RU" sz="2800"/>
              <a:t>61</a:t>
            </a:r>
            <a:endParaRPr lang="en-GB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6116643" name="TextBox 17"/>
              <p:cNvSpPr txBox="1"/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×4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136116643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  <a:blipFill>
                <a:blip r:embed="rId3"/>
                <a:stretch>
                  <a:fillRect l="-8421" r="-94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9631631" name="TextBox 18"/>
              <p:cNvSpPr txBox="1"/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4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429631631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  <a:blipFill>
                <a:blip r:embed="rId4"/>
                <a:stretch>
                  <a:fillRect l="-8421" r="-94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3357849" name="TextBox 19"/>
              <p:cNvSpPr txBox="1"/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713357849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  <a:blipFill>
                <a:blip r:embed="rId5"/>
                <a:stretch>
                  <a:fillRect l="-9574" r="-95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89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2892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892427" grpId="0" animBg="1"/>
      <p:bldP spid="110606144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43237" name="TextBox 5"/>
          <p:cNvSpPr txBox="1"/>
          <p:nvPr/>
        </p:nvSpPr>
        <p:spPr bwMode="auto">
          <a:xfrm>
            <a:off x="1821420" y="2479310"/>
            <a:ext cx="2304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     0     3    -2</a:t>
            </a:r>
            <a:endParaRPr/>
          </a:p>
          <a:p>
            <a:pPr marL="342900" indent="-342900">
              <a:defRPr/>
            </a:pPr>
            <a:r>
              <a:rPr lang="en-GB" sz="2800"/>
              <a:t>2     8     4     3</a:t>
            </a:r>
            <a:endParaRPr/>
          </a:p>
          <a:p>
            <a:pPr marL="342900" indent="-342900">
              <a:defRPr/>
            </a:pPr>
            <a:r>
              <a:rPr lang="en-GB" sz="2800"/>
              <a:t>7     -1    0     2</a:t>
            </a:r>
            <a:endParaRPr/>
          </a:p>
        </p:txBody>
      </p:sp>
      <p:sp>
        <p:nvSpPr>
          <p:cNvPr id="331682247" name="TextBox 6"/>
          <p:cNvSpPr txBox="1"/>
          <p:nvPr/>
        </p:nvSpPr>
        <p:spPr bwMode="auto">
          <a:xfrm>
            <a:off x="5364334" y="2463628"/>
            <a:ext cx="1224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5    </a:t>
            </a:r>
            <a:r>
              <a:rPr lang="ru-RU" sz="2800"/>
              <a:t>  </a:t>
            </a:r>
            <a:r>
              <a:rPr lang="en-GB" sz="2800"/>
              <a:t> 1    </a:t>
            </a:r>
            <a:endParaRPr/>
          </a:p>
          <a:p>
            <a:pPr marL="342900" indent="-342900">
              <a:defRPr/>
            </a:pPr>
            <a:r>
              <a:rPr lang="en-GB" sz="2800"/>
              <a:t>1    </a:t>
            </a:r>
            <a:r>
              <a:rPr lang="ru-RU" sz="2800"/>
              <a:t>  </a:t>
            </a:r>
            <a:r>
              <a:rPr lang="en-GB" sz="2800"/>
              <a:t> 7    </a:t>
            </a:r>
            <a:endParaRPr/>
          </a:p>
          <a:p>
            <a:pPr marL="342900" indent="-342900">
              <a:defRPr/>
            </a:pPr>
            <a:r>
              <a:rPr lang="en-GB" sz="2800"/>
              <a:t>0    </a:t>
            </a:r>
            <a:r>
              <a:rPr lang="ru-RU" sz="2800"/>
              <a:t>  </a:t>
            </a:r>
            <a:r>
              <a:rPr lang="en-GB" sz="2800"/>
              <a:t> 3    </a:t>
            </a:r>
            <a:endParaRPr/>
          </a:p>
          <a:p>
            <a:pPr marL="342900" indent="-342900">
              <a:defRPr/>
            </a:pPr>
            <a:r>
              <a:rPr lang="en-GB" sz="2800"/>
              <a:t>8    </a:t>
            </a:r>
            <a:r>
              <a:rPr lang="ru-RU" sz="2800"/>
              <a:t>  </a:t>
            </a:r>
            <a:r>
              <a:rPr lang="en-GB" sz="2800"/>
              <a:t> -3  </a:t>
            </a:r>
            <a:endParaRPr/>
          </a:p>
        </p:txBody>
      </p:sp>
      <p:sp>
        <p:nvSpPr>
          <p:cNvPr id="1260548796" name="Left Bracket 7"/>
          <p:cNvSpPr/>
          <p:nvPr/>
        </p:nvSpPr>
        <p:spPr bwMode="auto">
          <a:xfrm>
            <a:off x="1717669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78909722" name="Left Bracket 8"/>
          <p:cNvSpPr/>
          <p:nvPr/>
        </p:nvSpPr>
        <p:spPr bwMode="auto">
          <a:xfrm flipH="1">
            <a:off x="3949917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53162443" name="Left Bracket 9"/>
          <p:cNvSpPr/>
          <p:nvPr/>
        </p:nvSpPr>
        <p:spPr bwMode="auto">
          <a:xfrm>
            <a:off x="5249958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44949217" name="Left Bracket 10"/>
          <p:cNvSpPr/>
          <p:nvPr/>
        </p:nvSpPr>
        <p:spPr bwMode="auto">
          <a:xfrm flipH="1">
            <a:off x="6362185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15328848" name="Rectangle 12"/>
          <p:cNvSpPr/>
          <p:nvPr/>
        </p:nvSpPr>
        <p:spPr bwMode="auto">
          <a:xfrm>
            <a:off x="5357339" y="2515314"/>
            <a:ext cx="432048" cy="1728192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46467080" name="Left Bracket 13"/>
          <p:cNvSpPr/>
          <p:nvPr/>
        </p:nvSpPr>
        <p:spPr bwMode="auto">
          <a:xfrm>
            <a:off x="7971676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63030403" name="Left Bracket 14"/>
          <p:cNvSpPr/>
          <p:nvPr/>
        </p:nvSpPr>
        <p:spPr bwMode="auto">
          <a:xfrm flipH="1">
            <a:off x="9915892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43695546" name="TextBox 15"/>
          <p:cNvSpPr txBox="1"/>
          <p:nvPr/>
        </p:nvSpPr>
        <p:spPr bwMode="auto">
          <a:xfrm>
            <a:off x="8187700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-11 </a:t>
            </a:r>
            <a:endParaRPr/>
          </a:p>
        </p:txBody>
      </p:sp>
      <p:sp>
        <p:nvSpPr>
          <p:cNvPr id="28762746" name="TextBox 16"/>
          <p:cNvSpPr txBox="1"/>
          <p:nvPr/>
        </p:nvSpPr>
        <p:spPr bwMode="auto">
          <a:xfrm>
            <a:off x="2859108" y="4927582"/>
            <a:ext cx="691276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Третья строка на первый столбец</a:t>
            </a:r>
            <a:r>
              <a:rPr lang="en-US"/>
              <a:t>:</a:t>
            </a:r>
            <a:endParaRPr lang="en-GB"/>
          </a:p>
          <a:p>
            <a:pPr>
              <a:defRPr/>
            </a:pPr>
            <a:r>
              <a:rPr lang="en-GB"/>
              <a:t>(</a:t>
            </a:r>
            <a:r>
              <a:rPr lang="ru-RU"/>
              <a:t>7</a:t>
            </a:r>
            <a:r>
              <a:rPr lang="en-GB"/>
              <a:t> x 5) + (</a:t>
            </a:r>
            <a:r>
              <a:rPr lang="ru-RU"/>
              <a:t>-1</a:t>
            </a:r>
            <a:r>
              <a:rPr lang="en-GB"/>
              <a:t> x 1) + (</a:t>
            </a:r>
            <a:r>
              <a:rPr lang="ru-RU"/>
              <a:t>0</a:t>
            </a:r>
            <a:r>
              <a:rPr lang="en-GB"/>
              <a:t> x 0) + (</a:t>
            </a:r>
            <a:r>
              <a:rPr lang="ru-RU"/>
              <a:t>2 </a:t>
            </a:r>
            <a:r>
              <a:rPr lang="en-GB"/>
              <a:t>x 8) = </a:t>
            </a:r>
            <a:r>
              <a:rPr lang="ru-RU"/>
              <a:t>50</a:t>
            </a:r>
            <a:endParaRPr lang="en-GB"/>
          </a:p>
        </p:txBody>
      </p:sp>
      <p:sp>
        <p:nvSpPr>
          <p:cNvPr id="830078056" name="TextBox 2"/>
          <p:cNvSpPr txBox="1"/>
          <p:nvPr/>
        </p:nvSpPr>
        <p:spPr bwMode="auto">
          <a:xfrm>
            <a:off x="9123804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16</a:t>
            </a:r>
            <a:endParaRPr/>
          </a:p>
        </p:txBody>
      </p:sp>
      <p:sp>
        <p:nvSpPr>
          <p:cNvPr id="1438227600" name="TextBox 3"/>
          <p:cNvSpPr txBox="1"/>
          <p:nvPr/>
        </p:nvSpPr>
        <p:spPr bwMode="auto">
          <a:xfrm>
            <a:off x="8187700" y="305537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en-GB" sz="2800"/>
              <a:t>42</a:t>
            </a:r>
            <a:endParaRPr/>
          </a:p>
        </p:txBody>
      </p:sp>
      <p:sp>
        <p:nvSpPr>
          <p:cNvPr id="194609390" name="Rectangle 17"/>
          <p:cNvSpPr/>
          <p:nvPr/>
        </p:nvSpPr>
        <p:spPr bwMode="auto">
          <a:xfrm>
            <a:off x="1821420" y="3379410"/>
            <a:ext cx="2160240" cy="432048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56099970" name="TextBox 4"/>
          <p:cNvSpPr txBox="1"/>
          <p:nvPr/>
        </p:nvSpPr>
        <p:spPr bwMode="auto">
          <a:xfrm>
            <a:off x="9059057" y="305537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ru-RU" sz="2800"/>
              <a:t>61</a:t>
            </a:r>
            <a:endParaRPr lang="en-GB" sz="2800"/>
          </a:p>
        </p:txBody>
      </p:sp>
      <p:sp>
        <p:nvSpPr>
          <p:cNvPr id="757446184" name="TextBox 11"/>
          <p:cNvSpPr txBox="1"/>
          <p:nvPr/>
        </p:nvSpPr>
        <p:spPr bwMode="auto">
          <a:xfrm>
            <a:off x="8187700" y="363143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en-GB" sz="2800"/>
              <a:t>50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0847921" name="TextBox 18"/>
              <p:cNvSpPr txBox="1"/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×4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050847921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  <a:blipFill>
                <a:blip r:embed="rId3"/>
                <a:stretch>
                  <a:fillRect l="-8421" r="-94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5716801" name="TextBox 19"/>
              <p:cNvSpPr txBox="1"/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4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395716801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  <a:blipFill>
                <a:blip r:embed="rId4"/>
                <a:stretch>
                  <a:fillRect l="-8421" r="-94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4661113" name="TextBox 20"/>
              <p:cNvSpPr txBox="1"/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584661113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  <a:blipFill>
                <a:blip r:embed="rId5"/>
                <a:stretch>
                  <a:fillRect l="-9574" r="-95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2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532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44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328848" grpId="0" animBg="1"/>
      <p:bldP spid="194609390" grpId="0" animBg="1"/>
      <p:bldP spid="7574461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650628" name="TextBox 5"/>
          <p:cNvSpPr txBox="1"/>
          <p:nvPr/>
        </p:nvSpPr>
        <p:spPr bwMode="auto">
          <a:xfrm>
            <a:off x="1821420" y="2479310"/>
            <a:ext cx="23042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     0     3    -2</a:t>
            </a:r>
            <a:endParaRPr/>
          </a:p>
          <a:p>
            <a:pPr marL="342900" indent="-342900">
              <a:defRPr/>
            </a:pPr>
            <a:r>
              <a:rPr lang="en-GB" sz="2800"/>
              <a:t>2     8     4     3</a:t>
            </a:r>
            <a:endParaRPr/>
          </a:p>
          <a:p>
            <a:pPr marL="342900" indent="-342900">
              <a:defRPr/>
            </a:pPr>
            <a:r>
              <a:rPr lang="en-GB" sz="2800"/>
              <a:t>7     -1    0     2</a:t>
            </a:r>
            <a:endParaRPr/>
          </a:p>
        </p:txBody>
      </p:sp>
      <p:sp>
        <p:nvSpPr>
          <p:cNvPr id="680985123" name="TextBox 6"/>
          <p:cNvSpPr txBox="1"/>
          <p:nvPr/>
        </p:nvSpPr>
        <p:spPr bwMode="auto">
          <a:xfrm>
            <a:off x="5364334" y="2463628"/>
            <a:ext cx="12241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5    </a:t>
            </a:r>
            <a:r>
              <a:rPr lang="ru-RU" sz="2800"/>
              <a:t>  </a:t>
            </a:r>
            <a:r>
              <a:rPr lang="en-GB" sz="2800"/>
              <a:t> 1    </a:t>
            </a:r>
            <a:endParaRPr/>
          </a:p>
          <a:p>
            <a:pPr marL="342900" indent="-342900">
              <a:defRPr/>
            </a:pPr>
            <a:r>
              <a:rPr lang="en-GB" sz="2800"/>
              <a:t>1    </a:t>
            </a:r>
            <a:r>
              <a:rPr lang="ru-RU" sz="2800"/>
              <a:t>  </a:t>
            </a:r>
            <a:r>
              <a:rPr lang="en-GB" sz="2800"/>
              <a:t> 7    </a:t>
            </a:r>
            <a:endParaRPr/>
          </a:p>
          <a:p>
            <a:pPr marL="342900" indent="-342900">
              <a:defRPr/>
            </a:pPr>
            <a:r>
              <a:rPr lang="en-GB" sz="2800"/>
              <a:t>0    </a:t>
            </a:r>
            <a:r>
              <a:rPr lang="ru-RU" sz="2800"/>
              <a:t>  </a:t>
            </a:r>
            <a:r>
              <a:rPr lang="en-GB" sz="2800"/>
              <a:t> 3    </a:t>
            </a:r>
            <a:endParaRPr/>
          </a:p>
          <a:p>
            <a:pPr marL="342900" indent="-342900">
              <a:defRPr/>
            </a:pPr>
            <a:r>
              <a:rPr lang="en-GB" sz="2800"/>
              <a:t>8    </a:t>
            </a:r>
            <a:r>
              <a:rPr lang="ru-RU" sz="2800"/>
              <a:t>  </a:t>
            </a:r>
            <a:r>
              <a:rPr lang="en-GB" sz="2800"/>
              <a:t> -3  </a:t>
            </a:r>
            <a:endParaRPr/>
          </a:p>
        </p:txBody>
      </p:sp>
      <p:sp>
        <p:nvSpPr>
          <p:cNvPr id="798285708" name="Left Bracket 7"/>
          <p:cNvSpPr/>
          <p:nvPr/>
        </p:nvSpPr>
        <p:spPr bwMode="auto">
          <a:xfrm>
            <a:off x="1717669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41780479" name="Left Bracket 8"/>
          <p:cNvSpPr/>
          <p:nvPr/>
        </p:nvSpPr>
        <p:spPr bwMode="auto">
          <a:xfrm flipH="1">
            <a:off x="3949917" y="2551318"/>
            <a:ext cx="216024" cy="1296144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2710349" name="Left Bracket 9"/>
          <p:cNvSpPr/>
          <p:nvPr/>
        </p:nvSpPr>
        <p:spPr bwMode="auto">
          <a:xfrm>
            <a:off x="5249958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137447780" name="Left Bracket 10"/>
          <p:cNvSpPr/>
          <p:nvPr/>
        </p:nvSpPr>
        <p:spPr bwMode="auto">
          <a:xfrm flipH="1">
            <a:off x="6362185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84561580" name="Rectangle 11"/>
          <p:cNvSpPr/>
          <p:nvPr/>
        </p:nvSpPr>
        <p:spPr bwMode="auto">
          <a:xfrm>
            <a:off x="1821420" y="3370305"/>
            <a:ext cx="2160240" cy="432048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82557332" name="Rectangle 12"/>
          <p:cNvSpPr/>
          <p:nvPr/>
        </p:nvSpPr>
        <p:spPr bwMode="auto">
          <a:xfrm>
            <a:off x="6107110" y="2524896"/>
            <a:ext cx="432048" cy="1728192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56127586" name="Left Bracket 13"/>
          <p:cNvSpPr/>
          <p:nvPr/>
        </p:nvSpPr>
        <p:spPr bwMode="auto">
          <a:xfrm>
            <a:off x="7971676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79463473" name="Left Bracket 14"/>
          <p:cNvSpPr/>
          <p:nvPr/>
        </p:nvSpPr>
        <p:spPr bwMode="auto">
          <a:xfrm flipH="1">
            <a:off x="9915892" y="2479310"/>
            <a:ext cx="216024" cy="1800200"/>
          </a:xfrm>
          <a:prstGeom prst="leftBracket">
            <a:avLst>
              <a:gd name="adj" fmla="val 8333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23728363" name="TextBox 15"/>
          <p:cNvSpPr txBox="1"/>
          <p:nvPr/>
        </p:nvSpPr>
        <p:spPr bwMode="auto">
          <a:xfrm>
            <a:off x="8187700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-11 </a:t>
            </a:r>
            <a:endParaRPr/>
          </a:p>
        </p:txBody>
      </p:sp>
      <p:sp>
        <p:nvSpPr>
          <p:cNvPr id="1626923705" name="TextBox 16"/>
          <p:cNvSpPr txBox="1"/>
          <p:nvPr/>
        </p:nvSpPr>
        <p:spPr bwMode="auto">
          <a:xfrm>
            <a:off x="2859108" y="4927582"/>
            <a:ext cx="6912768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defRPr/>
            </a:pPr>
            <a:r>
              <a:rPr lang="ru-RU"/>
              <a:t>Третья строка на второй столбец</a:t>
            </a:r>
            <a:r>
              <a:rPr lang="en-US"/>
              <a:t>:</a:t>
            </a:r>
            <a:endParaRPr lang="en-GB"/>
          </a:p>
          <a:p>
            <a:pPr>
              <a:defRPr/>
            </a:pPr>
            <a:r>
              <a:rPr lang="en-GB"/>
              <a:t>(</a:t>
            </a:r>
            <a:r>
              <a:rPr lang="ru-RU"/>
              <a:t>7</a:t>
            </a:r>
            <a:r>
              <a:rPr lang="en-GB"/>
              <a:t> x </a:t>
            </a:r>
            <a:r>
              <a:rPr lang="ru-RU"/>
              <a:t>1</a:t>
            </a:r>
            <a:r>
              <a:rPr lang="en-GB"/>
              <a:t>) + (</a:t>
            </a:r>
            <a:r>
              <a:rPr lang="ru-RU"/>
              <a:t>-1</a:t>
            </a:r>
            <a:r>
              <a:rPr lang="en-GB"/>
              <a:t> x </a:t>
            </a:r>
            <a:r>
              <a:rPr lang="ru-RU"/>
              <a:t>7</a:t>
            </a:r>
            <a:r>
              <a:rPr lang="en-GB"/>
              <a:t>) + (</a:t>
            </a:r>
            <a:r>
              <a:rPr lang="ru-RU"/>
              <a:t>0</a:t>
            </a:r>
            <a:r>
              <a:rPr lang="en-GB"/>
              <a:t> x </a:t>
            </a:r>
            <a:r>
              <a:rPr lang="ru-RU"/>
              <a:t>3</a:t>
            </a:r>
            <a:r>
              <a:rPr lang="en-GB"/>
              <a:t>) + (</a:t>
            </a:r>
            <a:r>
              <a:rPr lang="ru-RU"/>
              <a:t>2 </a:t>
            </a:r>
            <a:r>
              <a:rPr lang="en-GB"/>
              <a:t>x </a:t>
            </a:r>
            <a:r>
              <a:rPr lang="ru-RU"/>
              <a:t>-3</a:t>
            </a:r>
            <a:r>
              <a:rPr lang="en-GB"/>
              <a:t>) = </a:t>
            </a:r>
            <a:r>
              <a:rPr lang="ru-RU"/>
              <a:t>-6</a:t>
            </a:r>
            <a:endParaRPr lang="en-GB"/>
          </a:p>
        </p:txBody>
      </p:sp>
      <p:sp>
        <p:nvSpPr>
          <p:cNvPr id="314244779" name="TextBox 2"/>
          <p:cNvSpPr txBox="1"/>
          <p:nvPr/>
        </p:nvSpPr>
        <p:spPr bwMode="auto">
          <a:xfrm>
            <a:off x="9123804" y="255131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defRPr/>
            </a:pPr>
            <a:r>
              <a:rPr lang="en-GB" sz="2800"/>
              <a:t>16</a:t>
            </a:r>
            <a:endParaRPr/>
          </a:p>
        </p:txBody>
      </p:sp>
      <p:sp>
        <p:nvSpPr>
          <p:cNvPr id="396070839" name="TextBox 3"/>
          <p:cNvSpPr txBox="1"/>
          <p:nvPr/>
        </p:nvSpPr>
        <p:spPr bwMode="auto">
          <a:xfrm>
            <a:off x="8187700" y="305537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en-GB" sz="2800"/>
              <a:t>42</a:t>
            </a:r>
            <a:endParaRPr/>
          </a:p>
        </p:txBody>
      </p:sp>
      <p:sp>
        <p:nvSpPr>
          <p:cNvPr id="1013261298" name="TextBox 4"/>
          <p:cNvSpPr txBox="1"/>
          <p:nvPr/>
        </p:nvSpPr>
        <p:spPr bwMode="auto">
          <a:xfrm>
            <a:off x="9059057" y="3055374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ru-RU" sz="2800"/>
              <a:t>61</a:t>
            </a:r>
            <a:endParaRPr lang="en-GB" sz="2800"/>
          </a:p>
        </p:txBody>
      </p:sp>
      <p:sp>
        <p:nvSpPr>
          <p:cNvPr id="1143937638" name="TextBox 17"/>
          <p:cNvSpPr txBox="1"/>
          <p:nvPr/>
        </p:nvSpPr>
        <p:spPr bwMode="auto">
          <a:xfrm>
            <a:off x="9051796" y="363143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en-GB" sz="2800"/>
              <a:t>-6</a:t>
            </a:r>
            <a:endParaRPr/>
          </a:p>
        </p:txBody>
      </p:sp>
      <p:sp>
        <p:nvSpPr>
          <p:cNvPr id="1632963038" name="TextBox 18"/>
          <p:cNvSpPr txBox="1"/>
          <p:nvPr/>
        </p:nvSpPr>
        <p:spPr bwMode="auto">
          <a:xfrm>
            <a:off x="8187700" y="3631438"/>
            <a:ext cx="720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defRPr/>
            </a:pPr>
            <a:r>
              <a:rPr lang="en-GB" sz="2800"/>
              <a:t>50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0462301" name="TextBox 19"/>
              <p:cNvSpPr txBox="1"/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×4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970462301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0420" y="3708962"/>
                <a:ext cx="577081" cy="276999"/>
              </a:xfrm>
              <a:prstGeom prst="rect">
                <a:avLst/>
              </a:prstGeom>
              <a:blipFill>
                <a:blip r:embed="rId3"/>
                <a:stretch>
                  <a:fillRect l="-8421" r="-94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6256776" name="TextBox 20"/>
              <p:cNvSpPr txBox="1"/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4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326256776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45161" y="4088815"/>
                <a:ext cx="577081" cy="276999"/>
              </a:xfrm>
              <a:prstGeom prst="rect">
                <a:avLst/>
              </a:prstGeom>
              <a:blipFill>
                <a:blip r:embed="rId4"/>
                <a:stretch>
                  <a:fillRect l="-8421" r="-947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1542852" name="TextBox 21"/>
              <p:cNvSpPr txBox="1"/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0" i="1">
                              <a:latin typeface="Cambria Math"/>
                            </a:rPr>
                            <m:t>3</m:t>
                          </m:r>
                          <m:r>
                            <a:rPr lang="ru-RU" b="0" i="1">
                              <a:latin typeface="Cambria Math"/>
                              <a:ea typeface="Cambria Math"/>
                            </a:rPr>
                            <m:t>×2</m:t>
                          </m:r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67154285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09354" y="4105006"/>
                <a:ext cx="577081" cy="276999"/>
              </a:xfrm>
              <a:prstGeom prst="rect">
                <a:avLst/>
              </a:prstGeom>
              <a:blipFill>
                <a:blip r:embed="rId5"/>
                <a:stretch>
                  <a:fillRect l="-9574" r="-95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55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255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93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2557332" grpId="0" animBg="1"/>
      <p:bldP spid="11439376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3885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Решим задачки</a:t>
            </a:r>
            <a:r>
              <a:rPr lang="en-US" dirty="0"/>
              <a:t>*</a:t>
            </a:r>
          </a:p>
        </p:txBody>
      </p:sp>
      <p:pic>
        <p:nvPicPr>
          <p:cNvPr id="1959843997" name="Picture 6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386588" y="4708110"/>
            <a:ext cx="282892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4519534" name="Rectangle 4"/>
          <p:cNvSpPr/>
          <p:nvPr/>
        </p:nvSpPr>
        <p:spPr bwMode="auto">
          <a:xfrm>
            <a:off x="9361471" y="5558121"/>
            <a:ext cx="1512168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2052837" name="TextBox 5"/>
              <p:cNvSpPr txBox="1"/>
              <p:nvPr/>
            </p:nvSpPr>
            <p:spPr bwMode="auto">
              <a:xfrm>
                <a:off x="5898377" y="3521387"/>
                <a:ext cx="3096344" cy="1557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GB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GB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GB" b="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GB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14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GB" b="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GB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b="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GB" b="0" i="1">
                                        <a:latin typeface="Cambria Math"/>
                                      </a:rPr>
                                      <m:t>9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/>
              </a:p>
            </p:txBody>
          </p:sp>
        </mc:Choice>
        <mc:Fallback xmlns="">
          <p:sp>
            <p:nvSpPr>
              <p:cNvPr id="1842052837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8377" y="3521387"/>
                <a:ext cx="3096344" cy="1557478"/>
              </a:xfrm>
              <a:prstGeom prst="rect">
                <a:avLst/>
              </a:prstGeom>
              <a:blipFill>
                <a:blip r:embed="rId4"/>
                <a:stretch>
                  <a:fillRect b="-4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4881968" name="Rectangle 6"/>
          <p:cNvSpPr/>
          <p:nvPr/>
        </p:nvSpPr>
        <p:spPr bwMode="auto">
          <a:xfrm>
            <a:off x="8995471" y="2742934"/>
            <a:ext cx="1081956" cy="6735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363661955" name="Rectangle 7"/>
          <p:cNvSpPr/>
          <p:nvPr/>
        </p:nvSpPr>
        <p:spPr bwMode="auto">
          <a:xfrm>
            <a:off x="9190563" y="4191936"/>
            <a:ext cx="1147416" cy="9456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21469998" name="Rectangle 8"/>
          <p:cNvSpPr/>
          <p:nvPr/>
        </p:nvSpPr>
        <p:spPr bwMode="auto">
          <a:xfrm>
            <a:off x="1882532" y="1683774"/>
            <a:ext cx="36004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a</a:t>
            </a:r>
            <a:endParaRPr/>
          </a:p>
        </p:txBody>
      </p:sp>
      <p:sp>
        <p:nvSpPr>
          <p:cNvPr id="1156906657" name="Rectangle 9"/>
          <p:cNvSpPr/>
          <p:nvPr/>
        </p:nvSpPr>
        <p:spPr bwMode="auto">
          <a:xfrm>
            <a:off x="1882532" y="2744202"/>
            <a:ext cx="36004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b</a:t>
            </a:r>
            <a:endParaRPr/>
          </a:p>
        </p:txBody>
      </p:sp>
      <p:sp>
        <p:nvSpPr>
          <p:cNvPr id="1022751636" name="Rectangle 10"/>
          <p:cNvSpPr/>
          <p:nvPr/>
        </p:nvSpPr>
        <p:spPr bwMode="auto">
          <a:xfrm>
            <a:off x="1882532" y="3758657"/>
            <a:ext cx="36004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/>
              <a:t>c</a:t>
            </a:r>
            <a:endParaRPr/>
          </a:p>
        </p:txBody>
      </p:sp>
      <p:sp>
        <p:nvSpPr>
          <p:cNvPr id="1009999789" name="Rectangle 11"/>
          <p:cNvSpPr/>
          <p:nvPr/>
        </p:nvSpPr>
        <p:spPr bwMode="auto">
          <a:xfrm>
            <a:off x="1882532" y="4897436"/>
            <a:ext cx="36004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>
                <a:latin typeface="Wingdings"/>
              </a:rPr>
              <a:t>N</a:t>
            </a:r>
            <a:endParaRPr/>
          </a:p>
        </p:txBody>
      </p:sp>
      <p:sp>
        <p:nvSpPr>
          <p:cNvPr id="801870383" name="Rectangle 12"/>
          <p:cNvSpPr/>
          <p:nvPr/>
        </p:nvSpPr>
        <p:spPr bwMode="auto">
          <a:xfrm>
            <a:off x="5737540" y="3430470"/>
            <a:ext cx="36004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>
                <a:latin typeface="Wingdings"/>
              </a:rPr>
              <a:t>N</a:t>
            </a:r>
            <a:endParaRPr/>
          </a:p>
        </p:txBody>
      </p:sp>
      <p:sp>
        <p:nvSpPr>
          <p:cNvPr id="709834185" name="Rectangle 13"/>
          <p:cNvSpPr/>
          <p:nvPr/>
        </p:nvSpPr>
        <p:spPr bwMode="auto">
          <a:xfrm>
            <a:off x="5878651" y="4301845"/>
            <a:ext cx="360040" cy="3600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GB">
                <a:latin typeface="Wingdings"/>
              </a:rPr>
              <a:t>N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1124342" name="TextBox 14"/>
              <p:cNvSpPr txBox="1"/>
              <p:nvPr/>
            </p:nvSpPr>
            <p:spPr bwMode="auto">
              <a:xfrm>
                <a:off x="2458595" y="1467750"/>
                <a:ext cx="7658799" cy="708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ru-RU" sz="2400"/>
                  <a:t>Если</a:t>
                </a:r>
                <a:r>
                  <a:rPr lang="en-GB" sz="2400"/>
                  <a:t>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GB" sz="2400" b="0" i="1">
                            <a:latin typeface="Cambria Math"/>
                          </a:rPr>
                          <m:t>𝐴</m:t>
                        </m:r>
                        <m:r>
                          <a:rPr lang="en-GB" sz="2400" b="0" i="1"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GB" sz="2400" b="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400" b="0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GB" sz="2400" b="0" i="1">
                            <a:latin typeface="Cambria Math"/>
                          </a:rPr>
                          <m:t>, </m:t>
                        </m:r>
                        <m:r>
                          <a:rPr lang="en-GB" sz="2400" b="0" i="1">
                            <a:latin typeface="Cambria Math"/>
                          </a:rPr>
                          <m:t>𝐵</m:t>
                        </m:r>
                        <m:r>
                          <a:rPr lang="en-GB" sz="2400" b="0" i="1"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GB" sz="2400" b="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GB" sz="2400" b="0" i="1">
                            <a:latin typeface="Cambria Math"/>
                          </a:rPr>
                          <m:t>, </m:t>
                        </m:r>
                        <m:r>
                          <a:rPr lang="ru-RU" sz="2400" b="0" i="1">
                            <a:latin typeface="Cambria Math"/>
                          </a:rPr>
                          <m:t>то </m:t>
                        </m:r>
                        <m:r>
                          <a:rPr lang="en-GB" sz="2400" b="0" i="1">
                            <a:latin typeface="Cambria Math"/>
                          </a:rPr>
                          <m:t>𝐴𝐵</m:t>
                        </m:r>
                        <m:r>
                          <a:rPr lang="en-GB" sz="2400" b="0" i="1"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GB" sz="2400" b="1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GB" sz="2400" b="0" i="0">
                                      <a:latin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GB" sz="2400" b="0" i="0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 b="0" i="0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n-GB" sz="2400" b="0" i="0">
                                      <a:latin typeface="Cambria Math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 sz="2400" b="1"/>
              </a:p>
            </p:txBody>
          </p:sp>
        </mc:Choice>
        <mc:Fallback xmlns="">
          <p:sp>
            <p:nvSpPr>
              <p:cNvPr id="1341124342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8595" y="1467750"/>
                <a:ext cx="7658799" cy="708143"/>
              </a:xfrm>
              <a:prstGeom prst="rect">
                <a:avLst/>
              </a:prstGeom>
              <a:blipFill>
                <a:blip r:embed="rId5"/>
                <a:stretch>
                  <a:fillRect l="-1193" b="-2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6564063" name="Rectangle 15"/>
          <p:cNvSpPr/>
          <p:nvPr/>
        </p:nvSpPr>
        <p:spPr bwMode="auto">
          <a:xfrm>
            <a:off x="9000480" y="1472603"/>
            <a:ext cx="1351916" cy="72139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6463801" name="Rectangle 16"/>
              <p:cNvSpPr/>
              <p:nvPr/>
            </p:nvSpPr>
            <p:spPr bwMode="auto">
              <a:xfrm>
                <a:off x="2479482" y="2589538"/>
                <a:ext cx="3003449" cy="708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40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GB" sz="24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GB" sz="2400" b="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400" b="0" i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0"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 sz="2400" b="1"/>
              </a:p>
            </p:txBody>
          </p:sp>
        </mc:Choice>
        <mc:Fallback xmlns="">
          <p:sp>
            <p:nvSpPr>
              <p:cNvPr id="1996463801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9482" y="2589538"/>
                <a:ext cx="3003449" cy="708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5423606" name="Rectangle 17"/>
          <p:cNvSpPr/>
          <p:nvPr/>
        </p:nvSpPr>
        <p:spPr bwMode="auto">
          <a:xfrm>
            <a:off x="10228582" y="2244861"/>
            <a:ext cx="1152128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365970" name="Rectangle 18"/>
              <p:cNvSpPr/>
              <p:nvPr/>
            </p:nvSpPr>
            <p:spPr bwMode="auto">
              <a:xfrm>
                <a:off x="2404390" y="3577283"/>
                <a:ext cx="3003449" cy="7811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GB" sz="24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GB" sz="24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GB" sz="2400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GB" sz="2400" b="0" i="1">
                                            <a:latin typeface="Cambria Math"/>
                                          </a:rPr>
                                          <m:t>3</m:t>
                                        </m:r>
                                      </m:e>
                                      <m:e>
                                        <m:r>
                                          <a:rPr lang="en-GB" sz="2400" b="0" i="1">
                                            <a:latin typeface="Cambria Math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GB" sz="2400" b="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400" b="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7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10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15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22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 sz="2400" b="1"/>
              </a:p>
            </p:txBody>
          </p:sp>
        </mc:Choice>
        <mc:Fallback xmlns="">
          <p:sp>
            <p:nvSpPr>
              <p:cNvPr id="51365970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4390" y="3577283"/>
                <a:ext cx="3003449" cy="7811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3665636" name="Rectangle 19"/>
          <p:cNvSpPr/>
          <p:nvPr/>
        </p:nvSpPr>
        <p:spPr bwMode="auto">
          <a:xfrm>
            <a:off x="6236504" y="2515163"/>
            <a:ext cx="1512168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065640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065640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656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0656406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054236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05423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542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0542360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336656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33665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36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336656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44519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445195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451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451953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94881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948819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9488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9488196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363661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636619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366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3661955"/>
                  </p:tgtEl>
                </p:cond>
              </p:nextCondLst>
            </p:seq>
          </p:childTnLst>
        </p:cTn>
      </p:par>
    </p:tnLst>
    <p:bldLst>
      <p:bldP spid="344519534" grpId="0" animBg="1"/>
      <p:bldP spid="1894881968" grpId="0" animBg="1"/>
      <p:bldP spid="1363661955" grpId="0" animBg="1"/>
      <p:bldP spid="1706564063" grpId="0" animBg="1"/>
      <p:bldP spid="2005423606" grpId="0" animBg="1"/>
      <p:bldP spid="21336656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9071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Единичная матрица при умножении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1057219" name="Text Placeholder 2"/>
              <p:cNvSpPr>
                <a:spLocks noGrp="1"/>
              </p:cNvSpPr>
              <p:nvPr>
                <p:ph type="body" sz="quarter" idx="16"/>
              </p:nvPr>
            </p:nvSpPr>
            <p:spPr bwMode="auto">
              <a:xfrm>
                <a:off x="457200" y="4543951"/>
                <a:ext cx="11274552" cy="449162"/>
              </a:xfrm>
            </p:spPr>
            <p:txBody>
              <a:bodyPr/>
              <a:lstStyle/>
              <a:p>
                <a:pPr>
                  <a:defRPr/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i="1">
                            <a:solidFill>
                              <a:srgbClr val="222222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b="0" i="1">
                            <a:solidFill>
                              <a:srgbClr val="222222"/>
                            </a:solidFill>
                            <a:latin typeface="Cambria Math"/>
                            <a:ea typeface="Cambria Math"/>
                          </a:rPr>
                          <m:t>𝐼</m:t>
                        </m:r>
                        <m:r>
                          <a:rPr lang="ru-RU" b="0" i="1">
                            <a:latin typeface="Cambria Math"/>
                          </a:rPr>
                          <m:t>=</m:t>
                        </m:r>
                        <m:r>
                          <a:rPr lang="en-US" b="0" i="1">
                            <a:latin typeface="Cambria Math"/>
                          </a:rPr>
                          <m:t>𝐼</m:t>
                        </m:r>
                        <m:r>
                          <a:rPr lang="en-US" i="1">
                            <a:solidFill>
                              <a:srgbClr val="222222"/>
                            </a:solidFill>
                            <a:latin typeface="Cambria Math"/>
                            <a:ea typeface="Cambria Math"/>
                          </a:rPr>
                          <m:t>∙</m:t>
                        </m:r>
                        <m:r>
                          <a:rPr lang="en-US" i="1">
                            <a:latin typeface="Cambria Math"/>
                          </a:rPr>
                          <m:t>𝐴</m:t>
                        </m:r>
                        <m:r>
                          <a:rPr lang="en-US" b="0" i="1">
                            <a:latin typeface="Cambria Math"/>
                          </a:rPr>
                          <m:t>=</m:t>
                        </m:r>
                        <m:r>
                          <a:rPr lang="en-US" b="0" i="1"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r>
                  <a:rPr lang="ru-RU"/>
                  <a:t>для любой матрицы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r>
                  <a:rPr lang="en-US"/>
                  <a:t> </a:t>
                </a:r>
                <a:r>
                  <a:rPr lang="ru-RU"/>
                  <a:t>и соответствующей матрицы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US"/>
              </a:p>
            </p:txBody>
          </p:sp>
        </mc:Choice>
        <mc:Fallback xmlns="">
          <p:sp>
            <p:nvSpPr>
              <p:cNvPr id="1281057219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 bwMode="auto">
              <a:xfrm>
                <a:off x="457200" y="4543951"/>
                <a:ext cx="11274552" cy="449162"/>
              </a:xfrm>
              <a:blipFill>
                <a:blip r:embed="rId3"/>
                <a:stretch>
                  <a:fillRect t="-18919" b="-48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2226482" name="TextBox 3"/>
              <p:cNvSpPr txBox="1"/>
              <p:nvPr/>
            </p:nvSpPr>
            <p:spPr bwMode="auto">
              <a:xfrm>
                <a:off x="457200" y="1422400"/>
                <a:ext cx="6264696" cy="2331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/>
                  <a:buChar char="q"/>
                  <a:defRPr/>
                </a:pPr>
                <a:r>
                  <a:rPr lang="ru-RU" sz="2400">
                    <a:ea typeface="Calibri"/>
                    <a:cs typeface="Calibri Light"/>
                  </a:rPr>
                  <a:t>Пусть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 lang="en-GB" sz="2400">
                            <a:latin typeface="Cambria Math"/>
                            <a:ea typeface="Calibri"/>
                            <a:cs typeface="Calibri Light"/>
                          </a:rPr>
                          <m:t>𝐴</m:t>
                        </m:r>
                        <m:r>
                          <a:rPr lang="en-GB" sz="2400">
                            <a:latin typeface="Cambria Math"/>
                            <a:ea typeface="Calibri"/>
                            <a:cs typeface="Calibri Light"/>
                          </a:rPr>
                          <m:t>=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libri"/>
                                <a:cs typeface="Calibri Light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  <a:ea typeface="Calibri"/>
                                    <a:cs typeface="Calibri Light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GB" sz="2400">
                                      <a:latin typeface="Cambria Math"/>
                                      <a:ea typeface="Calibri"/>
                                      <a:cs typeface="Calibri Light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GB" sz="2400">
                                      <a:latin typeface="Cambria Math"/>
                                      <a:ea typeface="Calibri"/>
                                      <a:cs typeface="Calibri Light"/>
                                    </a:rPr>
                                    <m:t>𝑏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GB" sz="2400">
                                      <a:latin typeface="Cambria Math"/>
                                      <a:ea typeface="Calibri"/>
                                      <a:cs typeface="Calibri Light"/>
                                    </a:rPr>
                                    <m:t>𝑐</m:t>
                                  </m:r>
                                </m:e>
                                <m:e>
                                  <m:r>
                                    <a:rPr lang="en-GB" sz="2400">
                                      <a:latin typeface="Cambria Math"/>
                                      <a:ea typeface="Calibri"/>
                                      <a:cs typeface="Calibri Light"/>
                                    </a:rPr>
                                    <m:t>𝑑</m:t>
                                  </m:r>
                                </m:e>
                              </m:mr>
                            </m:m>
                          </m:e>
                        </m:d>
                      </m:oMath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ru-RU" sz="2400"/>
              </a:p>
              <a:p>
                <a:pPr marL="457200" indent="-457200">
                  <a:buFont typeface="Wingdings"/>
                  <a:buChar char="q"/>
                  <a:defRPr/>
                </a:pPr>
                <a:r>
                  <a:rPr lang="ru-RU" sz="2400"/>
                  <a:t>Найдите</a:t>
                </a:r>
                <a:endParaRPr lang="en-GB" sz="2400"/>
              </a:p>
              <a:p>
                <a:pPr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>
                              <a:latin typeface="Cambria Math"/>
                            </a:rPr>
                            <m:t>𝐴𝐼</m:t>
                          </m:r>
                          <m:r>
                            <a:rPr lang="en-GB" sz="2400" b="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GB" sz="2400" b="0" i="1">
                              <a:latin typeface="Cambria Math"/>
                            </a:rPr>
                            <m:t>𝐼𝐴</m:t>
                          </m:r>
                          <m:r>
                            <a:rPr lang="en-GB" sz="2400" b="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 sz="2400"/>
              </a:p>
            </p:txBody>
          </p:sp>
        </mc:Choice>
        <mc:Fallback xmlns="">
          <p:sp>
            <p:nvSpPr>
              <p:cNvPr id="2062226482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422400"/>
                <a:ext cx="6264696" cy="2331792"/>
              </a:xfrm>
              <a:prstGeom prst="rect">
                <a:avLst/>
              </a:prstGeom>
              <a:blipFill>
                <a:blip r:embed="rId4"/>
                <a:stretch>
                  <a:fillRect l="-1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6046159" name="Rectangle 4"/>
          <p:cNvSpPr/>
          <p:nvPr/>
        </p:nvSpPr>
        <p:spPr bwMode="auto">
          <a:xfrm>
            <a:off x="9947086" y="2584999"/>
            <a:ext cx="1215115" cy="6369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  <p:sp>
        <p:nvSpPr>
          <p:cNvPr id="1040006834" name="Rectangle 5"/>
          <p:cNvSpPr/>
          <p:nvPr/>
        </p:nvSpPr>
        <p:spPr bwMode="auto">
          <a:xfrm>
            <a:off x="7531427" y="3114744"/>
            <a:ext cx="1215115" cy="6369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05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260461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26046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604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604615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400068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400068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000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0006834"/>
                  </p:tgtEl>
                </p:cond>
              </p:nextCondLst>
            </p:seq>
          </p:childTnLst>
        </p:cTn>
      </p:par>
    </p:tnLst>
    <p:bldLst>
      <p:bldP spid="1281057219" grpId="0" build="p"/>
      <p:bldP spid="626046159" grpId="0" animBg="1"/>
      <p:bldP spid="104000683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1573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Почему матричное умножение такое </a:t>
            </a:r>
            <a:r>
              <a:rPr lang="en-US" dirty="0"/>
              <a:t>[</a:t>
            </a:r>
            <a:r>
              <a:rPr lang="ru-RU" dirty="0"/>
              <a:t>сложное</a:t>
            </a:r>
            <a:r>
              <a:rPr lang="en-US" dirty="0"/>
              <a:t>]?*</a:t>
            </a:r>
            <a:endParaRPr dirty="0"/>
          </a:p>
        </p:txBody>
      </p:sp>
      <p:sp>
        <p:nvSpPr>
          <p:cNvPr id="1123564923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0043652" cy="924227"/>
          </a:xfrm>
        </p:spPr>
        <p:txBody>
          <a:bodyPr/>
          <a:lstStyle/>
          <a:p>
            <a:pPr>
              <a:defRPr/>
            </a:pPr>
            <a:r>
              <a:rPr lang="ru-RU"/>
              <a:t>Поскольку матрица – это линейное преобразование </a:t>
            </a:r>
            <a:r>
              <a:rPr lang="en-US"/>
              <a:t>/</a:t>
            </a:r>
            <a:r>
              <a:rPr lang="ru-RU"/>
              <a:t> линейный оператор </a:t>
            </a:r>
            <a:endParaRPr lang="en-US"/>
          </a:p>
        </p:txBody>
      </p:sp>
      <p:pic>
        <p:nvPicPr>
          <p:cNvPr id="2137916132" name="Picture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4588" y="3429000"/>
            <a:ext cx="3965867" cy="330819"/>
          </a:xfrm>
          <a:prstGeom prst="rect">
            <a:avLst/>
          </a:prstGeom>
        </p:spPr>
      </p:pic>
      <p:pic>
        <p:nvPicPr>
          <p:cNvPr id="2109547095" name="Picture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384052" y="3071951"/>
            <a:ext cx="5116800" cy="1184610"/>
          </a:xfrm>
          <a:prstGeom prst="rect">
            <a:avLst/>
          </a:prstGeom>
        </p:spPr>
      </p:pic>
      <p:pic>
        <p:nvPicPr>
          <p:cNvPr id="903842098" name="Picture 1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60361" y="4812358"/>
            <a:ext cx="8868724" cy="11846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6718" name="Text Placeholder 2"/>
          <p:cNvSpPr>
            <a:spLocks noGrp="1"/>
          </p:cNvSpPr>
          <p:nvPr>
            <p:ph type="body" sz="quarter" idx="16"/>
          </p:nvPr>
        </p:nvSpPr>
        <p:spPr bwMode="auto">
          <a:xfrm>
            <a:off x="457200" y="1530928"/>
            <a:ext cx="10043652" cy="924227"/>
          </a:xfrm>
        </p:spPr>
        <p:txBody>
          <a:bodyPr/>
          <a:lstStyle/>
          <a:p>
            <a:pPr>
              <a:defRPr/>
            </a:pPr>
            <a:r>
              <a:rPr lang="ru-RU"/>
              <a:t>Поскольку таким образом легко записывать системы линейных уравнений </a:t>
            </a:r>
            <a:endParaRPr lang="en-US"/>
          </a:p>
        </p:txBody>
      </p:sp>
      <p:pic>
        <p:nvPicPr>
          <p:cNvPr id="2001545889" name="Picture 1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0361" y="3041451"/>
            <a:ext cx="4922668" cy="1184610"/>
          </a:xfrm>
          <a:prstGeom prst="rect">
            <a:avLst/>
          </a:prstGeom>
        </p:spPr>
      </p:pic>
      <p:pic>
        <p:nvPicPr>
          <p:cNvPr id="332840325" name="Picture 2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259483" y="2942403"/>
            <a:ext cx="3135849" cy="1382705"/>
          </a:xfrm>
          <a:prstGeom prst="rect">
            <a:avLst/>
          </a:prstGeom>
        </p:spPr>
      </p:pic>
      <p:grpSp>
        <p:nvGrpSpPr>
          <p:cNvPr id="1951025909" name="Group 35"/>
          <p:cNvGrpSpPr/>
          <p:nvPr/>
        </p:nvGrpSpPr>
        <p:grpSpPr bwMode="auto">
          <a:xfrm>
            <a:off x="1946789" y="4226063"/>
            <a:ext cx="3200410" cy="1220856"/>
            <a:chOff x="1946789" y="4226063"/>
            <a:chExt cx="3200410" cy="1220856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>
              <a:off x="2933291" y="5207224"/>
              <a:ext cx="1000381" cy="239695"/>
            </a:xfrm>
            <a:prstGeom prst="rect">
              <a:avLst/>
            </a:prstGeom>
          </p:spPr>
        </p:pic>
        <p:cxnSp>
          <p:nvCxnSpPr>
            <p:cNvPr id="26" name="Connector: Curved 25"/>
            <p:cNvCxnSpPr>
              <a:stCxn id="24" idx="1"/>
            </p:cNvCxnSpPr>
            <p:nvPr/>
          </p:nvCxnSpPr>
          <p:spPr bwMode="auto">
            <a:xfrm rot="10800000">
              <a:off x="1946789" y="4226066"/>
              <a:ext cx="986502" cy="1101007"/>
            </a:xfrm>
            <a:prstGeom prst="curved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Curved 28"/>
            <p:cNvCxnSpPr/>
            <p:nvPr/>
          </p:nvCxnSpPr>
          <p:spPr bwMode="auto">
            <a:xfrm rot="5400000" flipH="1" flipV="1">
              <a:off x="2929394" y="4565868"/>
              <a:ext cx="981156" cy="301546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Curved 31"/>
            <p:cNvCxnSpPr/>
            <p:nvPr/>
          </p:nvCxnSpPr>
          <p:spPr bwMode="auto">
            <a:xfrm flipV="1">
              <a:off x="4037760" y="4325108"/>
              <a:ext cx="1109439" cy="1001963"/>
            </a:xfrm>
            <a:prstGeom prst="curvedConnector3">
              <a:avLst>
                <a:gd name="adj1" fmla="val 96084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2611960" name="Group 45"/>
          <p:cNvGrpSpPr/>
          <p:nvPr/>
        </p:nvGrpSpPr>
        <p:grpSpPr bwMode="auto">
          <a:xfrm>
            <a:off x="2953880" y="5718203"/>
            <a:ext cx="5458297" cy="940348"/>
            <a:chOff x="760361" y="5751842"/>
            <a:chExt cx="5458297" cy="940348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>
              <a:off x="760361" y="5751842"/>
              <a:ext cx="2295832" cy="940348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7"/>
            <a:stretch/>
          </p:blipFill>
          <p:spPr bwMode="auto">
            <a:xfrm>
              <a:off x="3338789" y="5751842"/>
              <a:ext cx="1397942" cy="940348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8"/>
            <a:stretch/>
          </p:blipFill>
          <p:spPr bwMode="auto">
            <a:xfrm>
              <a:off x="5019327" y="5767963"/>
              <a:ext cx="1199330" cy="92422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02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1025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1025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61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62611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2611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29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*</a:t>
            </a:r>
            <a:r>
              <a:rPr lang="ru-RU" dirty="0"/>
              <a:t>Решите уравнение</a:t>
            </a:r>
            <a:r>
              <a:rPr lang="en-US" dirty="0"/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3063029" name="TextBox 14"/>
              <p:cNvSpPr txBox="1"/>
              <p:nvPr/>
            </p:nvSpPr>
            <p:spPr bwMode="auto">
              <a:xfrm>
                <a:off x="1184279" y="1389039"/>
                <a:ext cx="3067134" cy="771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mc:AlternateContent>
                  <mc:Choice Requires="a14"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GB" sz="2400" b="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b="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sz="2400" b="0" i="1"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sz="2400" b="0" i="1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b="0" i="1">
                                        <a:latin typeface="Cambria Math"/>
                                      </a:rPr>
                                      <m:t>𝑦</m:t>
                                    </m:r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>
                                        <a:latin typeface="Cambria Math"/>
                                      </a:rPr>
                                      <m:t>−4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2400" b="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>
                                        <a:latin typeface="Cambria Math"/>
                                      </a:rPr>
                                      <m:t>4</m:t>
                                    </m:r>
                                    <m:r>
                                      <a:rPr lang="en-US" sz="24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b="0" i="1">
                                        <a:latin typeface="Cambria Math"/>
                                      </a:rPr>
                                      <m:t>8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 xmlns:w="http://schemas.openxmlformats.org/wordprocessingml/2006/main" xmlns:m="http://schemas.openxmlformats.org/officeDocument/2006/math"/>
                </mc:AlternateContent>
                <a:endParaRPr lang="en-GB" sz="2400" b="1"/>
              </a:p>
            </p:txBody>
          </p:sp>
        </mc:Choice>
        <mc:Fallback xmlns="">
          <p:sp>
            <p:nvSpPr>
              <p:cNvPr id="1893063029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4279" y="1389039"/>
                <a:ext cx="3067134" cy="7713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6830156" name="Group 24"/>
          <p:cNvGrpSpPr/>
          <p:nvPr/>
        </p:nvGrpSpPr>
        <p:grpSpPr bwMode="auto">
          <a:xfrm>
            <a:off x="3913506" y="2381175"/>
            <a:ext cx="3883210" cy="3869287"/>
            <a:chOff x="4012093" y="2762345"/>
            <a:chExt cx="3883210" cy="38692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 bwMode="auto">
                <a:xfrm>
                  <a:off x="4012093" y="2762345"/>
                  <a:ext cx="3067134" cy="818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mc:AlternateContent>
                    <mc:Choice Requires="a14"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ctrlPr>
                                  <a:rPr lang="en-GB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b="0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−12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US" sz="2400" b="0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−4</m:t>
                                      </m:r>
                                      <m:r>
                                        <a:rPr lang="en-US" sz="2400" b="0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sz="2400" b="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GB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400" b="0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4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2400" b="0" i="1">
                                          <a:solidFill>
                                            <a:srgbClr val="0070C0"/>
                                          </a:solidFill>
                                          <a:latin typeface="Cambria Math"/>
                                        </a:rPr>
                                        <m:t>8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</mc:Choice>
                    <mc:Fallback xmlns="" xmlns:w="http://schemas.openxmlformats.org/wordprocessingml/2006/main" xmlns:m="http://schemas.openxmlformats.org/officeDocument/2006/math"/>
                  </mc:AlternateContent>
                  <a:endParaRPr lang="en-GB" sz="2400" b="1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12093" y="2762345"/>
                  <a:ext cx="3067134" cy="81855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 bwMode="auto">
                <a:xfrm>
                  <a:off x="4311445" y="3751006"/>
                  <a:ext cx="1993944" cy="823815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defRPr/>
                  </a:pPr>
                  <mc:AlternateContent>
                    <mc:Choice Requires="a14"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{"/>
                                <m:endChr m:val=""/>
                                <m:ctrlP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eqArr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−12</m:t>
                                    </m:r>
                                    <m:r>
                                      <a:rPr lang="en-US" sz="2400" b="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=4</m:t>
                                    </m:r>
                                    <m:r>
                                      <a:rPr lang="en-US" sz="2400" b="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−4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lang="en-US" sz="2400" b="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=8</m:t>
                                    </m:r>
                                  </m:e>
                                </m:eqArr>
                              </m:e>
                            </m:d>
                          </m:oMath>
                        </m:oMathPara>
                      </a14:m>
                    </mc:Choice>
                    <mc:Fallback xmlns="" xmlns:w="http://schemas.openxmlformats.org/wordprocessingml/2006/main" xmlns:m="http://schemas.openxmlformats.org/officeDocument/2006/math"/>
                  </mc:AlternateContent>
                  <a:endParaRPr lang="en-US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1445" y="3751006"/>
                  <a:ext cx="1993944" cy="8238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 bwMode="auto">
                <a:xfrm>
                  <a:off x="4311445" y="4744925"/>
                  <a:ext cx="1729704" cy="1367554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defRPr/>
                  </a:pPr>
                  <mc:AlternateContent>
                    <mc:Choice Requires="a14"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{"/>
                                <m:endChr m:val=""/>
                                <m:ctrlPr>
                                  <a:rPr lang="en-US" sz="24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eqArrPr>
                                  <m:e>
                                    <m:d>
                                      <m:dPr>
                                        <m:begChr m:val="["/>
                                        <m:endChr m:val=""/>
                                        <m:ctrlPr>
                                          <a:rPr lang="en-US" sz="2400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en-US" sz="24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eqArr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=−2 </m:t>
                                            </m:r>
                                          </m:e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/>
                                              </a:rPr>
                                              <m:t>=6</m:t>
                                            </m:r>
                                          </m:e>
                                        </m:eqArr>
                                      </m:e>
                                    </m:d>
                                  </m:e>
                                  <m:e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−4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lang="en-US" sz="2400" b="0" i="1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=8</m:t>
                                    </m:r>
                                  </m:e>
                                </m:eqArr>
                              </m:e>
                            </m:d>
                          </m:oMath>
                        </m:oMathPara>
                      </a14:m>
                    </mc:Choice>
                    <mc:Fallback xmlns="" xmlns:w="http://schemas.openxmlformats.org/wordprocessingml/2006/main" xmlns:m="http://schemas.openxmlformats.org/officeDocument/2006/math"/>
                  </mc:AlternateContent>
                  <a:endParaRPr lang="en-US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11445" y="4744925"/>
                  <a:ext cx="1729704" cy="1367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 bwMode="auto">
                <a:xfrm>
                  <a:off x="4033762" y="6169967"/>
                  <a:ext cx="386154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defRPr/>
                  </a:pPr>
                  <a:r>
                    <a:rPr lang="ru-RU" sz="2400" b="0">
                      <a:solidFill>
                        <a:srgbClr val="0070C0"/>
                      </a:solidFill>
                    </a:rPr>
                    <a:t>Ответ</a:t>
                  </a:r>
                  <a:r>
                    <a:rPr lang="en-US" sz="2400" b="0">
                      <a:solidFill>
                        <a:srgbClr val="0070C0"/>
                      </a:solidFill>
                    </a:rPr>
                    <a:t>: </a:t>
                  </a:r>
                  <a:r>
                    <a:rPr lang="ru-RU" sz="2400" b="0">
                      <a:solidFill>
                        <a:srgbClr val="0070C0"/>
                      </a:solidFill>
                    </a:rPr>
                    <a:t>(</a:t>
                  </a:r>
                  <mc:AlternateContent>
                    <mc:Choice Requires="a14">
                      <a14:m>
                        <m:oMath xmlns:m="http://schemas.openxmlformats.org/officeDocument/2006/math">
                          <m:r>
                            <a:rPr lang="ru-RU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2, −2.5),</m:t>
                          </m:r>
                          <m:r>
                            <m:rPr>
                              <m:nor/>
                            </m:rPr>
                            <a:rPr lang="ru-RU" sz="2400">
                              <a:solidFill>
                                <a:srgbClr val="0070C0"/>
                              </a:solidFill>
                            </a:rPr>
                            <m:t>(</m:t>
                          </m:r>
                          <m:r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6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, −</m:t>
                          </m:r>
                          <m:r>
                            <a:rPr lang="en-US" sz="2400" b="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.5)</m:t>
                          </m:r>
                        </m:oMath>
                      </a14:m>
                    </mc:Choice>
                    <mc:Fallback xmlns="" xmlns:w="http://schemas.openxmlformats.org/wordprocessingml/2006/main" xmlns:m="http://schemas.openxmlformats.org/officeDocument/2006/math"/>
                  </mc:AlternateContent>
                  <a:endParaRPr lang="en-US" sz="240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33762" y="6169967"/>
                  <a:ext cx="386154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528" t="-10667" b="-3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24704319" name="Rectangle 15"/>
          <p:cNvSpPr/>
          <p:nvPr/>
        </p:nvSpPr>
        <p:spPr bwMode="auto">
          <a:xfrm>
            <a:off x="8013191" y="1277904"/>
            <a:ext cx="3914930" cy="39524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/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24704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24704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0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4704319"/>
                  </p:tgtEl>
                </p:cond>
              </p:nextCondLst>
            </p:seq>
          </p:childTnLst>
        </p:cTn>
      </p:par>
    </p:tnLst>
    <p:bldLst>
      <p:bldP spid="1024704319" grpId="0" animBg="1"/>
    </p:bldLst>
  </p:timing>
</p:sld>
</file>

<file path=ppt/theme/theme1.xml><?xml version="1.0" encoding="utf-8"?>
<a:theme xmlns:a="http://schemas.openxmlformats.org/drawing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1"/>
        </a:solidFill>
        <a:ln>
          <a:noFill/>
        </a:ln>
        <a:effectLst/>
      </a:spPr>
      <a:bodyPr/>
      <a:lstStyle/>
    </a:spDef>
    <a:lnDef>
      <a:spPr bwMode="auto">
        <a:prstGeom prst="rect">
          <a:avLst/>
        </a:prstGeom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13583499748489E6E697426926B1B" ma:contentTypeVersion="7" ma:contentTypeDescription="Create a new document." ma:contentTypeScope="" ma:versionID="4698d029c720b22d9d5a5a82c4abea41">
  <xsd:schema xmlns:xsd="http://www.w3.org/2001/XMLSchema" xmlns:xs="http://www.w3.org/2001/XMLSchema" xmlns:p="http://schemas.microsoft.com/office/2006/metadata/properties" xmlns:ns2="f8d8e8b1-85bd-4cc8-ac20-30bdad921333" targetNamespace="http://schemas.microsoft.com/office/2006/metadata/properties" ma:root="true" ma:fieldsID="ef231db1fc3b01c159e64322650a0347" ns2:_="">
    <xsd:import namespace="f8d8e8b1-85bd-4cc8-ac20-30bdad921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8e8b1-85bd-4cc8-ac20-30bdad921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AFE4F6-CD68-48A3-BDF4-E2FD50D5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9C63C2-F10A-4ACC-BBC8-38665438D6D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A12A722-2B15-4AD0-B0FC-9358DC48D2EA}">
  <ds:schemaRefs>
    <ds:schemaRef ds:uri="f8d8e8b1-85bd-4cc8-ac20-30bdad92133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1234</Words>
  <Application>Microsoft Macintosh PowerPoint</Application>
  <PresentationFormat>Widescreen</PresentationFormat>
  <Paragraphs>278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Wingdings</vt:lpstr>
      <vt:lpstr>1_EPAM Master 2021.3</vt:lpstr>
      <vt:lpstr>Discrete Mathematics: Introduction Basics of Linear Algebra: Matrices</vt:lpstr>
      <vt:lpstr>О нашем курсе</vt:lpstr>
      <vt:lpstr>Что изучает дискретная математика?</vt:lpstr>
      <vt:lpstr>Непрерывность – это иллюзия?</vt:lpstr>
      <vt:lpstr>Линейная алгебра: что это и зачем</vt:lpstr>
      <vt:lpstr>Линейная алгебра: рекомендуемые книги</vt:lpstr>
      <vt:lpstr>*Основные объекты линейной алгебры*</vt:lpstr>
      <vt:lpstr>*Обозначения и размерность матриц*</vt:lpstr>
      <vt:lpstr>*Квадратная матрица*</vt:lpstr>
      <vt:lpstr>*Главная и побочная диагонали*</vt:lpstr>
      <vt:lpstr>*1 и 0 в матрицах*</vt:lpstr>
      <vt:lpstr>*Диагональная матрица*</vt:lpstr>
      <vt:lpstr>*Транспонирование матриц*</vt:lpstr>
      <vt:lpstr>*Сложение (вычитание) матриц*</vt:lpstr>
      <vt:lpstr>*Умножение матрицы на скаляр (число)*</vt:lpstr>
      <vt:lpstr>*Умножение матрицы на матрицу*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*Решим задачки*</vt:lpstr>
      <vt:lpstr>*Единичная матрица при умножении*</vt:lpstr>
      <vt:lpstr>*Почему матричное умножение такое [сложное]?*</vt:lpstr>
      <vt:lpstr>PowerPoint Presentation</vt:lpstr>
      <vt:lpstr>*Решите уравнение*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Rodion Matvieiev</cp:lastModifiedBy>
  <cp:revision>2</cp:revision>
  <dcterms:created xsi:type="dcterms:W3CDTF">2020-10-27T12:12:11Z</dcterms:created>
  <dcterms:modified xsi:type="dcterms:W3CDTF">2025-11-02T02:52:53Z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0x0101002CE13583499748489E6E697426926B1B</vt:lpwstr>
  </property>
  <property fmtid="{D5CDD505-2E9C-101B-9397-08002B2CF9AE}" pid="3" name="MediaServiceImageTags">
    <vt:lpwstr/>
  </property>
</Properties>
</file>