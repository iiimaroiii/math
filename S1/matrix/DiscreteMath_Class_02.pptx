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3" r:id="rId4"/>
  </p:sldMasterIdLst>
  <p:notesMasterIdLst>
    <p:notesMasterId r:id="rId26"/>
  </p:notesMasterIdLst>
  <p:handoutMasterIdLst>
    <p:handoutMasterId r:id="rId27"/>
  </p:handoutMasterIdLst>
  <p:sldIdLst>
    <p:sldId id="2146848185" r:id="rId5"/>
    <p:sldId id="2146848217" r:id="rId6"/>
    <p:sldId id="2146848218" r:id="rId7"/>
    <p:sldId id="2146848222" r:id="rId8"/>
    <p:sldId id="2146848212" r:id="rId9"/>
    <p:sldId id="2146848219" r:id="rId10"/>
    <p:sldId id="2146848221" r:id="rId11"/>
    <p:sldId id="2146848213" r:id="rId12"/>
    <p:sldId id="2146848214" r:id="rId13"/>
    <p:sldId id="2146848220" r:id="rId14"/>
    <p:sldId id="2146848215" r:id="rId15"/>
    <p:sldId id="2146848216" r:id="rId16"/>
    <p:sldId id="2146848223" r:id="rId17"/>
    <p:sldId id="2146848227" r:id="rId18"/>
    <p:sldId id="2146848224" r:id="rId19"/>
    <p:sldId id="2146848226" r:id="rId20"/>
    <p:sldId id="2146848225" r:id="rId21"/>
    <p:sldId id="2146848228" r:id="rId22"/>
    <p:sldId id="2146848230" r:id="rId23"/>
    <p:sldId id="2146848229" r:id="rId24"/>
    <p:sldId id="214684823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zhalika Levandouskaya" initials="AL" lastIdx="43" clrIdx="0">
    <p:extLst>
      <p:ext uri="{19B8F6BF-5375-455C-9EA6-DF929625EA0E}">
        <p15:presenceInfo xmlns:p15="http://schemas.microsoft.com/office/powerpoint/2012/main" userId="S::Anzhalika_Levandouskaya@epam.com::92adfee3-e19f-494c-b48e-2a057e813db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CDCDD"/>
    <a:srgbClr val="F6F6F6"/>
    <a:srgbClr val="FF8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83CADB-D987-9379-B84C-92220822CF75}" v="2" dt="2025-10-15T12:14:44.847"/>
    <p1510:client id="{5CA334BC-154B-29DB-A57C-33035D512A0D}" v="1" dt="2025-10-15T16:01:04.044"/>
    <p1510:client id="{D33A850D-475D-8555-C307-16AE97CB9C39}" v="12" dt="2025-10-15T07:26:21.8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as Mucunas" userId="S::tomas.mucunas@stud.esdc.lt::09cb9570-f13e-4209-ac93-278a9d8e47f2" providerId="AD" clId="Web-{D33A850D-475D-8555-C307-16AE97CB9C39}"/>
    <pc:docChg chg="modSld">
      <pc:chgData name="Tomas Mucunas" userId="S::tomas.mucunas@stud.esdc.lt::09cb9570-f13e-4209-ac93-278a9d8e47f2" providerId="AD" clId="Web-{D33A850D-475D-8555-C307-16AE97CB9C39}" dt="2025-10-15T07:26:21.867" v="11" actId="1076"/>
      <pc:docMkLst>
        <pc:docMk/>
      </pc:docMkLst>
      <pc:sldChg chg="modSp">
        <pc:chgData name="Tomas Mucunas" userId="S::tomas.mucunas@stud.esdc.lt::09cb9570-f13e-4209-ac93-278a9d8e47f2" providerId="AD" clId="Web-{D33A850D-475D-8555-C307-16AE97CB9C39}" dt="2025-10-15T07:25:37.835" v="0" actId="1076"/>
        <pc:sldMkLst>
          <pc:docMk/>
          <pc:sldMk cId="1457005984" sldId="2146848213"/>
        </pc:sldMkLst>
        <pc:spChg chg="mod">
          <ac:chgData name="Tomas Mucunas" userId="S::tomas.mucunas@stud.esdc.lt::09cb9570-f13e-4209-ac93-278a9d8e47f2" providerId="AD" clId="Web-{D33A850D-475D-8555-C307-16AE97CB9C39}" dt="2025-10-15T07:25:37.835" v="0" actId="1076"/>
          <ac:spMkLst>
            <pc:docMk/>
            <pc:sldMk cId="1457005984" sldId="2146848213"/>
            <ac:spMk id="16" creationId="{9469BD22-6E8E-3A3D-239A-38047ACB5249}"/>
          </ac:spMkLst>
        </pc:spChg>
      </pc:sldChg>
      <pc:sldChg chg="modSp">
        <pc:chgData name="Tomas Mucunas" userId="S::tomas.mucunas@stud.esdc.lt::09cb9570-f13e-4209-ac93-278a9d8e47f2" providerId="AD" clId="Web-{D33A850D-475D-8555-C307-16AE97CB9C39}" dt="2025-10-15T07:26:21.867" v="11" actId="1076"/>
        <pc:sldMkLst>
          <pc:docMk/>
          <pc:sldMk cId="3945464858" sldId="2146848214"/>
        </pc:sldMkLst>
        <pc:spChg chg="mod">
          <ac:chgData name="Tomas Mucunas" userId="S::tomas.mucunas@stud.esdc.lt::09cb9570-f13e-4209-ac93-278a9d8e47f2" providerId="AD" clId="Web-{D33A850D-475D-8555-C307-16AE97CB9C39}" dt="2025-10-15T07:26:07.335" v="5" actId="1076"/>
          <ac:spMkLst>
            <pc:docMk/>
            <pc:sldMk cId="3945464858" sldId="2146848214"/>
            <ac:spMk id="32" creationId="{D4F7DE87-2713-E88F-A4D5-85D0C043C5B8}"/>
          </ac:spMkLst>
        </pc:spChg>
        <pc:spChg chg="mod">
          <ac:chgData name="Tomas Mucunas" userId="S::tomas.mucunas@stud.esdc.lt::09cb9570-f13e-4209-ac93-278a9d8e47f2" providerId="AD" clId="Web-{D33A850D-475D-8555-C307-16AE97CB9C39}" dt="2025-10-15T07:26:13.773" v="8" actId="1076"/>
          <ac:spMkLst>
            <pc:docMk/>
            <pc:sldMk cId="3945464858" sldId="2146848214"/>
            <ac:spMk id="33" creationId="{03731EC3-A87F-C710-B384-890956A59154}"/>
          </ac:spMkLst>
        </pc:spChg>
        <pc:spChg chg="mod">
          <ac:chgData name="Tomas Mucunas" userId="S::tomas.mucunas@stud.esdc.lt::09cb9570-f13e-4209-ac93-278a9d8e47f2" providerId="AD" clId="Web-{D33A850D-475D-8555-C307-16AE97CB9C39}" dt="2025-10-15T07:26:11.726" v="7" actId="1076"/>
          <ac:spMkLst>
            <pc:docMk/>
            <pc:sldMk cId="3945464858" sldId="2146848214"/>
            <ac:spMk id="35" creationId="{BBCED3B9-D196-2996-5674-918AA0997E07}"/>
          </ac:spMkLst>
        </pc:spChg>
        <pc:spChg chg="mod">
          <ac:chgData name="Tomas Mucunas" userId="S::tomas.mucunas@stud.esdc.lt::09cb9570-f13e-4209-ac93-278a9d8e47f2" providerId="AD" clId="Web-{D33A850D-475D-8555-C307-16AE97CB9C39}" dt="2025-10-15T07:26:19.585" v="10" actId="1076"/>
          <ac:spMkLst>
            <pc:docMk/>
            <pc:sldMk cId="3945464858" sldId="2146848214"/>
            <ac:spMk id="36" creationId="{F3C3DFB9-5C6D-602C-7733-ADBFB1677BD0}"/>
          </ac:spMkLst>
        </pc:spChg>
        <pc:spChg chg="mod">
          <ac:chgData name="Tomas Mucunas" userId="S::tomas.mucunas@stud.esdc.lt::09cb9570-f13e-4209-ac93-278a9d8e47f2" providerId="AD" clId="Web-{D33A850D-475D-8555-C307-16AE97CB9C39}" dt="2025-10-15T07:26:17.179" v="9" actId="1076"/>
          <ac:spMkLst>
            <pc:docMk/>
            <pc:sldMk cId="3945464858" sldId="2146848214"/>
            <ac:spMk id="37" creationId="{A8941AE3-82B8-6A36-7DC9-83B57C744101}"/>
          </ac:spMkLst>
        </pc:spChg>
        <pc:spChg chg="mod">
          <ac:chgData name="Tomas Mucunas" userId="S::tomas.mucunas@stud.esdc.lt::09cb9570-f13e-4209-ac93-278a9d8e47f2" providerId="AD" clId="Web-{D33A850D-475D-8555-C307-16AE97CB9C39}" dt="2025-10-15T07:26:21.867" v="11" actId="1076"/>
          <ac:spMkLst>
            <pc:docMk/>
            <pc:sldMk cId="3945464858" sldId="2146848214"/>
            <ac:spMk id="38" creationId="{DC259C6A-9E9F-D64A-93C3-E1C5CE097131}"/>
          </ac:spMkLst>
        </pc:spChg>
      </pc:sldChg>
    </pc:docChg>
  </pc:docChgLst>
  <pc:docChgLst>
    <pc:chgData name="Artsiom Karpeichyk" userId="S::artsiom.karpeichyk@stud.esdc.lt::9d746320-ca94-41af-9f59-6915239acf58" providerId="AD" clId="Web-{8EF3DD8B-969B-49DA-A154-6594C391B953}"/>
    <pc:docChg chg="modSld">
      <pc:chgData name="Artsiom Karpeichyk" userId="S::artsiom.karpeichyk@stud.esdc.lt::9d746320-ca94-41af-9f59-6915239acf58" providerId="AD" clId="Web-{8EF3DD8B-969B-49DA-A154-6594C391B953}" dt="2025-10-10T17:38:44.598" v="14" actId="1076"/>
      <pc:docMkLst>
        <pc:docMk/>
      </pc:docMkLst>
      <pc:sldChg chg="modSp">
        <pc:chgData name="Artsiom Karpeichyk" userId="S::artsiom.karpeichyk@stud.esdc.lt::9d746320-ca94-41af-9f59-6915239acf58" providerId="AD" clId="Web-{8EF3DD8B-969B-49DA-A154-6594C391B953}" dt="2025-10-10T17:32:18.197" v="1" actId="1076"/>
        <pc:sldMkLst>
          <pc:docMk/>
          <pc:sldMk cId="4004404842" sldId="2146848212"/>
        </pc:sldMkLst>
        <pc:spChg chg="mod">
          <ac:chgData name="Artsiom Karpeichyk" userId="S::artsiom.karpeichyk@stud.esdc.lt::9d746320-ca94-41af-9f59-6915239acf58" providerId="AD" clId="Web-{8EF3DD8B-969B-49DA-A154-6594C391B953}" dt="2025-10-10T17:32:18.197" v="1" actId="1076"/>
          <ac:spMkLst>
            <pc:docMk/>
            <pc:sldMk cId="4004404842" sldId="2146848212"/>
            <ac:spMk id="17" creationId="{4878AA39-04D8-E610-BEF1-9B0B75E68118}"/>
          </ac:spMkLst>
        </pc:spChg>
      </pc:sldChg>
      <pc:sldChg chg="modSp">
        <pc:chgData name="Artsiom Karpeichyk" userId="S::artsiom.karpeichyk@stud.esdc.lt::9d746320-ca94-41af-9f59-6915239acf58" providerId="AD" clId="Web-{8EF3DD8B-969B-49DA-A154-6594C391B953}" dt="2025-10-10T17:35:02.608" v="8" actId="1076"/>
        <pc:sldMkLst>
          <pc:docMk/>
          <pc:sldMk cId="3945464858" sldId="2146848214"/>
        </pc:sldMkLst>
        <pc:spChg chg="mod">
          <ac:chgData name="Artsiom Karpeichyk" userId="S::artsiom.karpeichyk@stud.esdc.lt::9d746320-ca94-41af-9f59-6915239acf58" providerId="AD" clId="Web-{8EF3DD8B-969B-49DA-A154-6594C391B953}" dt="2025-10-10T17:33:45.330" v="2" actId="1076"/>
          <ac:spMkLst>
            <pc:docMk/>
            <pc:sldMk cId="3945464858" sldId="2146848214"/>
            <ac:spMk id="32" creationId="{D4F7DE87-2713-E88F-A4D5-85D0C043C5B8}"/>
          </ac:spMkLst>
        </pc:spChg>
        <pc:spChg chg="mod">
          <ac:chgData name="Artsiom Karpeichyk" userId="S::artsiom.karpeichyk@stud.esdc.lt::9d746320-ca94-41af-9f59-6915239acf58" providerId="AD" clId="Web-{8EF3DD8B-969B-49DA-A154-6594C391B953}" dt="2025-10-10T17:34:30.103" v="3" actId="1076"/>
          <ac:spMkLst>
            <pc:docMk/>
            <pc:sldMk cId="3945464858" sldId="2146848214"/>
            <ac:spMk id="33" creationId="{03731EC3-A87F-C710-B384-890956A59154}"/>
          </ac:spMkLst>
        </pc:spChg>
        <pc:spChg chg="mod">
          <ac:chgData name="Artsiom Karpeichyk" userId="S::artsiom.karpeichyk@stud.esdc.lt::9d746320-ca94-41af-9f59-6915239acf58" providerId="AD" clId="Web-{8EF3DD8B-969B-49DA-A154-6594C391B953}" dt="2025-10-10T17:34:59.279" v="6" actId="1076"/>
          <ac:spMkLst>
            <pc:docMk/>
            <pc:sldMk cId="3945464858" sldId="2146848214"/>
            <ac:spMk id="34" creationId="{5C89CC6E-6F89-8442-F5A3-203D55BEAC7D}"/>
          </ac:spMkLst>
        </pc:spChg>
        <pc:spChg chg="mod">
          <ac:chgData name="Artsiom Karpeichyk" userId="S::artsiom.karpeichyk@stud.esdc.lt::9d746320-ca94-41af-9f59-6915239acf58" providerId="AD" clId="Web-{8EF3DD8B-969B-49DA-A154-6594C391B953}" dt="2025-10-10T17:34:48.653" v="4" actId="1076"/>
          <ac:spMkLst>
            <pc:docMk/>
            <pc:sldMk cId="3945464858" sldId="2146848214"/>
            <ac:spMk id="35" creationId="{BBCED3B9-D196-2996-5674-918AA0997E07}"/>
          </ac:spMkLst>
        </pc:spChg>
        <pc:spChg chg="mod">
          <ac:chgData name="Artsiom Karpeichyk" userId="S::artsiom.karpeichyk@stud.esdc.lt::9d746320-ca94-41af-9f59-6915239acf58" providerId="AD" clId="Web-{8EF3DD8B-969B-49DA-A154-6594C391B953}" dt="2025-10-10T17:34:59.107" v="5" actId="1076"/>
          <ac:spMkLst>
            <pc:docMk/>
            <pc:sldMk cId="3945464858" sldId="2146848214"/>
            <ac:spMk id="36" creationId="{F3C3DFB9-5C6D-602C-7733-ADBFB1677BD0}"/>
          </ac:spMkLst>
        </pc:spChg>
        <pc:spChg chg="mod">
          <ac:chgData name="Artsiom Karpeichyk" userId="S::artsiom.karpeichyk@stud.esdc.lt::9d746320-ca94-41af-9f59-6915239acf58" providerId="AD" clId="Web-{8EF3DD8B-969B-49DA-A154-6594C391B953}" dt="2025-10-10T17:35:00.373" v="7" actId="1076"/>
          <ac:spMkLst>
            <pc:docMk/>
            <pc:sldMk cId="3945464858" sldId="2146848214"/>
            <ac:spMk id="37" creationId="{A8941AE3-82B8-6A36-7DC9-83B57C744101}"/>
          </ac:spMkLst>
        </pc:spChg>
        <pc:spChg chg="mod">
          <ac:chgData name="Artsiom Karpeichyk" userId="S::artsiom.karpeichyk@stud.esdc.lt::9d746320-ca94-41af-9f59-6915239acf58" providerId="AD" clId="Web-{8EF3DD8B-969B-49DA-A154-6594C391B953}" dt="2025-10-10T17:35:02.608" v="8" actId="1076"/>
          <ac:spMkLst>
            <pc:docMk/>
            <pc:sldMk cId="3945464858" sldId="2146848214"/>
            <ac:spMk id="38" creationId="{DC259C6A-9E9F-D64A-93C3-E1C5CE097131}"/>
          </ac:spMkLst>
        </pc:spChg>
      </pc:sldChg>
      <pc:sldChg chg="modSp">
        <pc:chgData name="Artsiom Karpeichyk" userId="S::artsiom.karpeichyk@stud.esdc.lt::9d746320-ca94-41af-9f59-6915239acf58" providerId="AD" clId="Web-{8EF3DD8B-969B-49DA-A154-6594C391B953}" dt="2025-10-10T17:35:22.829" v="9" actId="1076"/>
        <pc:sldMkLst>
          <pc:docMk/>
          <pc:sldMk cId="1185354352" sldId="2146848215"/>
        </pc:sldMkLst>
        <pc:spChg chg="mod">
          <ac:chgData name="Artsiom Karpeichyk" userId="S::artsiom.karpeichyk@stud.esdc.lt::9d746320-ca94-41af-9f59-6915239acf58" providerId="AD" clId="Web-{8EF3DD8B-969B-49DA-A154-6594C391B953}" dt="2025-10-10T17:35:22.829" v="9" actId="1076"/>
          <ac:spMkLst>
            <pc:docMk/>
            <pc:sldMk cId="1185354352" sldId="2146848215"/>
            <ac:spMk id="15" creationId="{E31E3E89-2278-C065-F119-5E7B7341DF46}"/>
          </ac:spMkLst>
        </pc:spChg>
      </pc:sldChg>
      <pc:sldChg chg="modSp">
        <pc:chgData name="Artsiom Karpeichyk" userId="S::artsiom.karpeichyk@stud.esdc.lt::9d746320-ca94-41af-9f59-6915239acf58" providerId="AD" clId="Web-{8EF3DD8B-969B-49DA-A154-6594C391B953}" dt="2025-10-10T17:38:44.598" v="14" actId="1076"/>
        <pc:sldMkLst>
          <pc:docMk/>
          <pc:sldMk cId="541219521" sldId="2146848225"/>
        </pc:sldMkLst>
        <pc:spChg chg="mod">
          <ac:chgData name="Artsiom Karpeichyk" userId="S::artsiom.karpeichyk@stud.esdc.lt::9d746320-ca94-41af-9f59-6915239acf58" providerId="AD" clId="Web-{8EF3DD8B-969B-49DA-A154-6594C391B953}" dt="2025-10-10T17:38:44.598" v="14" actId="1076"/>
          <ac:spMkLst>
            <pc:docMk/>
            <pc:sldMk cId="541219521" sldId="2146848225"/>
            <ac:spMk id="49" creationId="{33722F39-734F-CDCA-C1AD-49A167344B4D}"/>
          </ac:spMkLst>
        </pc:spChg>
      </pc:sldChg>
      <pc:sldChg chg="modSp">
        <pc:chgData name="Artsiom Karpeichyk" userId="S::artsiom.karpeichyk@stud.esdc.lt::9d746320-ca94-41af-9f59-6915239acf58" providerId="AD" clId="Web-{8EF3DD8B-969B-49DA-A154-6594C391B953}" dt="2025-10-10T17:38:09.486" v="13" actId="1076"/>
        <pc:sldMkLst>
          <pc:docMk/>
          <pc:sldMk cId="3109545520" sldId="2146848226"/>
        </pc:sldMkLst>
        <pc:spChg chg="mod">
          <ac:chgData name="Artsiom Karpeichyk" userId="S::artsiom.karpeichyk@stud.esdc.lt::9d746320-ca94-41af-9f59-6915239acf58" providerId="AD" clId="Web-{8EF3DD8B-969B-49DA-A154-6594C391B953}" dt="2025-10-10T17:38:07.580" v="10" actId="1076"/>
          <ac:spMkLst>
            <pc:docMk/>
            <pc:sldMk cId="3109545520" sldId="2146848226"/>
            <ac:spMk id="47" creationId="{0C8B7BE6-40A0-A093-611D-602708CD1622}"/>
          </ac:spMkLst>
        </pc:spChg>
        <pc:spChg chg="mod">
          <ac:chgData name="Artsiom Karpeichyk" userId="S::artsiom.karpeichyk@stud.esdc.lt::9d746320-ca94-41af-9f59-6915239acf58" providerId="AD" clId="Web-{8EF3DD8B-969B-49DA-A154-6594C391B953}" dt="2025-10-10T17:38:09.486" v="13" actId="1076"/>
          <ac:spMkLst>
            <pc:docMk/>
            <pc:sldMk cId="3109545520" sldId="2146848226"/>
            <ac:spMk id="48" creationId="{B1C998E4-302D-CA1A-BCF4-341CB6131507}"/>
          </ac:spMkLst>
        </pc:spChg>
      </pc:sldChg>
    </pc:docChg>
  </pc:docChgLst>
  <pc:docChgLst>
    <pc:chgData name="Vadzim Ausianikau" userId="S::vadzim.ausianikau@stud.esdc.lt::51c4983e-3af1-4a7c-82a2-b6be2a8e24d7" providerId="AD" clId="Web-{DEE69254-8CC8-4466-B0BD-A4D762AA9AE4}"/>
    <pc:docChg chg="modSld">
      <pc:chgData name="Vadzim Ausianikau" userId="S::vadzim.ausianikau@stud.esdc.lt::51c4983e-3af1-4a7c-82a2-b6be2a8e24d7" providerId="AD" clId="Web-{DEE69254-8CC8-4466-B0BD-A4D762AA9AE4}" dt="2025-10-10T12:50:48.382" v="10" actId="1076"/>
      <pc:docMkLst>
        <pc:docMk/>
      </pc:docMkLst>
      <pc:sldChg chg="modSp">
        <pc:chgData name="Vadzim Ausianikau" userId="S::vadzim.ausianikau@stud.esdc.lt::51c4983e-3af1-4a7c-82a2-b6be2a8e24d7" providerId="AD" clId="Web-{DEE69254-8CC8-4466-B0BD-A4D762AA9AE4}" dt="2025-10-10T12:40:18.469" v="2" actId="1076"/>
        <pc:sldMkLst>
          <pc:docMk/>
          <pc:sldMk cId="4004404842" sldId="2146848212"/>
        </pc:sldMkLst>
        <pc:spChg chg="mod">
          <ac:chgData name="Vadzim Ausianikau" userId="S::vadzim.ausianikau@stud.esdc.lt::51c4983e-3af1-4a7c-82a2-b6be2a8e24d7" providerId="AD" clId="Web-{DEE69254-8CC8-4466-B0BD-A4D762AA9AE4}" dt="2025-10-10T12:40:12.610" v="1" actId="1076"/>
          <ac:spMkLst>
            <pc:docMk/>
            <pc:sldMk cId="4004404842" sldId="2146848212"/>
            <ac:spMk id="17" creationId="{4878AA39-04D8-E610-BEF1-9B0B75E68118}"/>
          </ac:spMkLst>
        </pc:spChg>
        <pc:spChg chg="mod">
          <ac:chgData name="Vadzim Ausianikau" userId="S::vadzim.ausianikau@stud.esdc.lt::51c4983e-3af1-4a7c-82a2-b6be2a8e24d7" providerId="AD" clId="Web-{DEE69254-8CC8-4466-B0BD-A4D762AA9AE4}" dt="2025-10-10T12:40:18.469" v="2" actId="1076"/>
          <ac:spMkLst>
            <pc:docMk/>
            <pc:sldMk cId="4004404842" sldId="2146848212"/>
            <ac:spMk id="18" creationId="{4EBA5974-6B5A-72CC-6CA9-917060FE62F5}"/>
          </ac:spMkLst>
        </pc:spChg>
      </pc:sldChg>
      <pc:sldChg chg="modSp">
        <pc:chgData name="Vadzim Ausianikau" userId="S::vadzim.ausianikau@stud.esdc.lt::51c4983e-3af1-4a7c-82a2-b6be2a8e24d7" providerId="AD" clId="Web-{DEE69254-8CC8-4466-B0BD-A4D762AA9AE4}" dt="2025-10-10T12:50:48.382" v="10" actId="1076"/>
        <pc:sldMkLst>
          <pc:docMk/>
          <pc:sldMk cId="1457005984" sldId="2146848213"/>
        </pc:sldMkLst>
        <pc:spChg chg="mod">
          <ac:chgData name="Vadzim Ausianikau" userId="S::vadzim.ausianikau@stud.esdc.lt::51c4983e-3af1-4a7c-82a2-b6be2a8e24d7" providerId="AD" clId="Web-{DEE69254-8CC8-4466-B0BD-A4D762AA9AE4}" dt="2025-10-10T12:49:36.569" v="5" actId="1076"/>
          <ac:spMkLst>
            <pc:docMk/>
            <pc:sldMk cId="1457005984" sldId="2146848213"/>
            <ac:spMk id="16" creationId="{9469BD22-6E8E-3A3D-239A-38047ACB5249}"/>
          </ac:spMkLst>
        </pc:spChg>
        <pc:spChg chg="mod">
          <ac:chgData name="Vadzim Ausianikau" userId="S::vadzim.ausianikau@stud.esdc.lt::51c4983e-3af1-4a7c-82a2-b6be2a8e24d7" providerId="AD" clId="Web-{DEE69254-8CC8-4466-B0BD-A4D762AA9AE4}" dt="2025-10-10T12:49:31.069" v="4" actId="1076"/>
          <ac:spMkLst>
            <pc:docMk/>
            <pc:sldMk cId="1457005984" sldId="2146848213"/>
            <ac:spMk id="19" creationId="{E0565B39-DF7F-E44A-1B84-8B6F70D65B2C}"/>
          </ac:spMkLst>
        </pc:spChg>
        <pc:spChg chg="mod">
          <ac:chgData name="Vadzim Ausianikau" userId="S::vadzim.ausianikau@stud.esdc.lt::51c4983e-3af1-4a7c-82a2-b6be2a8e24d7" providerId="AD" clId="Web-{DEE69254-8CC8-4466-B0BD-A4D762AA9AE4}" dt="2025-10-10T12:50:08.085" v="9" actId="1076"/>
          <ac:spMkLst>
            <pc:docMk/>
            <pc:sldMk cId="1457005984" sldId="2146848213"/>
            <ac:spMk id="20" creationId="{C35B392E-F994-2D32-9E2C-80CACE263158}"/>
          </ac:spMkLst>
        </pc:spChg>
        <pc:spChg chg="mod">
          <ac:chgData name="Vadzim Ausianikau" userId="S::vadzim.ausianikau@stud.esdc.lt::51c4983e-3af1-4a7c-82a2-b6be2a8e24d7" providerId="AD" clId="Web-{DEE69254-8CC8-4466-B0BD-A4D762AA9AE4}" dt="2025-10-10T12:49:47.163" v="6" actId="1076"/>
          <ac:spMkLst>
            <pc:docMk/>
            <pc:sldMk cId="1457005984" sldId="2146848213"/>
            <ac:spMk id="31" creationId="{941F812C-37FC-DA3A-98A6-1BAEF18EDC32}"/>
          </ac:spMkLst>
        </pc:spChg>
        <pc:spChg chg="mod">
          <ac:chgData name="Vadzim Ausianikau" userId="S::vadzim.ausianikau@stud.esdc.lt::51c4983e-3af1-4a7c-82a2-b6be2a8e24d7" providerId="AD" clId="Web-{DEE69254-8CC8-4466-B0BD-A4D762AA9AE4}" dt="2025-10-10T12:50:48.382" v="10" actId="1076"/>
          <ac:spMkLst>
            <pc:docMk/>
            <pc:sldMk cId="1457005984" sldId="2146848213"/>
            <ac:spMk id="33" creationId="{BD49193A-A868-E761-2AB2-1891C008DAE8}"/>
          </ac:spMkLst>
        </pc:spChg>
      </pc:sldChg>
    </pc:docChg>
  </pc:docChgLst>
  <pc:docChgLst>
    <pc:chgData name="Karol Jermas" userId="S::karol.jermas@stud.esdc.lt::e76c71c5-6cec-4ad2-99ce-6fc8768e293a" providerId="AD" clId="Web-{5C83CADB-D987-9379-B84C-92220822CF75}"/>
    <pc:docChg chg="modSld">
      <pc:chgData name="Karol Jermas" userId="S::karol.jermas@stud.esdc.lt::e76c71c5-6cec-4ad2-99ce-6fc8768e293a" providerId="AD" clId="Web-{5C83CADB-D987-9379-B84C-92220822CF75}" dt="2025-10-15T12:14:44.847" v="1" actId="1076"/>
      <pc:docMkLst>
        <pc:docMk/>
      </pc:docMkLst>
      <pc:sldChg chg="modSp">
        <pc:chgData name="Karol Jermas" userId="S::karol.jermas@stud.esdc.lt::e76c71c5-6cec-4ad2-99ce-6fc8768e293a" providerId="AD" clId="Web-{5C83CADB-D987-9379-B84C-92220822CF75}" dt="2025-10-15T12:14:44.847" v="1" actId="1076"/>
        <pc:sldMkLst>
          <pc:docMk/>
          <pc:sldMk cId="3011289580" sldId="2146848228"/>
        </pc:sldMkLst>
        <pc:spChg chg="mod">
          <ac:chgData name="Karol Jermas" userId="S::karol.jermas@stud.esdc.lt::e76c71c5-6cec-4ad2-99ce-6fc8768e293a" providerId="AD" clId="Web-{5C83CADB-D987-9379-B84C-92220822CF75}" dt="2025-10-15T12:14:44.847" v="1" actId="1076"/>
          <ac:spMkLst>
            <pc:docMk/>
            <pc:sldMk cId="3011289580" sldId="2146848228"/>
            <ac:spMk id="2" creationId="{AC9FD031-C75B-C0E3-1886-C1FDE604DCFC}"/>
          </ac:spMkLst>
        </pc:spChg>
        <pc:spChg chg="mod">
          <ac:chgData name="Karol Jermas" userId="S::karol.jermas@stud.esdc.lt::e76c71c5-6cec-4ad2-99ce-6fc8768e293a" providerId="AD" clId="Web-{5C83CADB-D987-9379-B84C-92220822CF75}" dt="2025-10-15T12:14:41.910" v="0" actId="1076"/>
          <ac:spMkLst>
            <pc:docMk/>
            <pc:sldMk cId="3011289580" sldId="2146848228"/>
            <ac:spMk id="7" creationId="{4DA0371B-38CA-2971-84B1-758FE1EE671D}"/>
          </ac:spMkLst>
        </pc:spChg>
      </pc:sldChg>
    </pc:docChg>
  </pc:docChgLst>
  <pc:docChgLst>
    <pc:chgData name="Artsiom Karpeichyk" userId="S::artsiom.karpeichyk@stud.esdc.lt::9d746320-ca94-41af-9f59-6915239acf58" providerId="AD" clId="Web-{E3E96671-20A2-4E84-AB52-330CC884B08C}"/>
    <pc:docChg chg="modSld">
      <pc:chgData name="Artsiom Karpeichyk" userId="S::artsiom.karpeichyk@stud.esdc.lt::9d746320-ca94-41af-9f59-6915239acf58" providerId="AD" clId="Web-{E3E96671-20A2-4E84-AB52-330CC884B08C}" dt="2025-10-10T19:11:27.506" v="3" actId="1076"/>
      <pc:docMkLst>
        <pc:docMk/>
      </pc:docMkLst>
      <pc:sldChg chg="modSp">
        <pc:chgData name="Artsiom Karpeichyk" userId="S::artsiom.karpeichyk@stud.esdc.lt::9d746320-ca94-41af-9f59-6915239acf58" providerId="AD" clId="Web-{E3E96671-20A2-4E84-AB52-330CC884B08C}" dt="2025-10-10T19:11:27.506" v="3" actId="1076"/>
        <pc:sldMkLst>
          <pc:docMk/>
          <pc:sldMk cId="3945464858" sldId="2146848214"/>
        </pc:sldMkLst>
        <pc:spChg chg="mod">
          <ac:chgData name="Artsiom Karpeichyk" userId="S::artsiom.karpeichyk@stud.esdc.lt::9d746320-ca94-41af-9f59-6915239acf58" providerId="AD" clId="Web-{E3E96671-20A2-4E84-AB52-330CC884B08C}" dt="2025-10-10T19:11:23.787" v="0" actId="1076"/>
          <ac:spMkLst>
            <pc:docMk/>
            <pc:sldMk cId="3945464858" sldId="2146848214"/>
            <ac:spMk id="31" creationId="{7F9B4067-9F96-8CB0-4764-036E17305A22}"/>
          </ac:spMkLst>
        </pc:spChg>
        <pc:spChg chg="mod">
          <ac:chgData name="Artsiom Karpeichyk" userId="S::artsiom.karpeichyk@stud.esdc.lt::9d746320-ca94-41af-9f59-6915239acf58" providerId="AD" clId="Web-{E3E96671-20A2-4E84-AB52-330CC884B08C}" dt="2025-10-10T19:11:27.022" v="1" actId="1076"/>
          <ac:spMkLst>
            <pc:docMk/>
            <pc:sldMk cId="3945464858" sldId="2146848214"/>
            <ac:spMk id="32" creationId="{D4F7DE87-2713-E88F-A4D5-85D0C043C5B8}"/>
          </ac:spMkLst>
        </pc:spChg>
        <pc:spChg chg="mod">
          <ac:chgData name="Artsiom Karpeichyk" userId="S::artsiom.karpeichyk@stud.esdc.lt::9d746320-ca94-41af-9f59-6915239acf58" providerId="AD" clId="Web-{E3E96671-20A2-4E84-AB52-330CC884B08C}" dt="2025-10-10T19:11:27.506" v="3" actId="1076"/>
          <ac:spMkLst>
            <pc:docMk/>
            <pc:sldMk cId="3945464858" sldId="2146848214"/>
            <ac:spMk id="34" creationId="{5C89CC6E-6F89-8442-F5A3-203D55BEAC7D}"/>
          </ac:spMkLst>
        </pc:spChg>
        <pc:spChg chg="mod">
          <ac:chgData name="Artsiom Karpeichyk" userId="S::artsiom.karpeichyk@stud.esdc.lt::9d746320-ca94-41af-9f59-6915239acf58" providerId="AD" clId="Web-{E3E96671-20A2-4E84-AB52-330CC884B08C}" dt="2025-10-10T19:11:27.272" v="2" actId="1076"/>
          <ac:spMkLst>
            <pc:docMk/>
            <pc:sldMk cId="3945464858" sldId="2146848214"/>
            <ac:spMk id="37" creationId="{A8941AE3-82B8-6A36-7DC9-83B57C744101}"/>
          </ac:spMkLst>
        </pc:spChg>
      </pc:sldChg>
    </pc:docChg>
  </pc:docChgLst>
  <pc:docChgLst>
    <pc:chgData name="Lizaveta Anisenka" userId="S::lizaveta.anisenka@stud.esdc.lt::73e7d378-a881-4b2a-981e-55ddbb947092" providerId="AD" clId="Web-{80893969-24A5-B4F8-E1A7-094197CB869B}"/>
    <pc:docChg chg="modSld">
      <pc:chgData name="Lizaveta Anisenka" userId="S::lizaveta.anisenka@stud.esdc.lt::73e7d378-a881-4b2a-981e-55ddbb947092" providerId="AD" clId="Web-{80893969-24A5-B4F8-E1A7-094197CB869B}" dt="2025-10-10T18:20:29.447" v="26" actId="1076"/>
      <pc:docMkLst>
        <pc:docMk/>
      </pc:docMkLst>
      <pc:sldChg chg="modSp">
        <pc:chgData name="Lizaveta Anisenka" userId="S::lizaveta.anisenka@stud.esdc.lt::73e7d378-a881-4b2a-981e-55ddbb947092" providerId="AD" clId="Web-{80893969-24A5-B4F8-E1A7-094197CB869B}" dt="2025-10-10T17:57:54.521" v="12" actId="1076"/>
        <pc:sldMkLst>
          <pc:docMk/>
          <pc:sldMk cId="3945464858" sldId="2146848214"/>
        </pc:sldMkLst>
        <pc:spChg chg="mod">
          <ac:chgData name="Lizaveta Anisenka" userId="S::lizaveta.anisenka@stud.esdc.lt::73e7d378-a881-4b2a-981e-55ddbb947092" providerId="AD" clId="Web-{80893969-24A5-B4F8-E1A7-094197CB869B}" dt="2025-10-10T17:56:08.358" v="3" actId="1076"/>
          <ac:spMkLst>
            <pc:docMk/>
            <pc:sldMk cId="3945464858" sldId="2146848214"/>
            <ac:spMk id="32" creationId="{D4F7DE87-2713-E88F-A4D5-85D0C043C5B8}"/>
          </ac:spMkLst>
        </pc:spChg>
        <pc:spChg chg="mod">
          <ac:chgData name="Lizaveta Anisenka" userId="S::lizaveta.anisenka@stud.esdc.lt::73e7d378-a881-4b2a-981e-55ddbb947092" providerId="AD" clId="Web-{80893969-24A5-B4F8-E1A7-094197CB869B}" dt="2025-10-10T17:56:11.921" v="4" actId="1076"/>
          <ac:spMkLst>
            <pc:docMk/>
            <pc:sldMk cId="3945464858" sldId="2146848214"/>
            <ac:spMk id="33" creationId="{03731EC3-A87F-C710-B384-890956A59154}"/>
          </ac:spMkLst>
        </pc:spChg>
        <pc:spChg chg="mod">
          <ac:chgData name="Lizaveta Anisenka" userId="S::lizaveta.anisenka@stud.esdc.lt::73e7d378-a881-4b2a-981e-55ddbb947092" providerId="AD" clId="Web-{80893969-24A5-B4F8-E1A7-094197CB869B}" dt="2025-10-10T17:57:54.521" v="12" actId="1076"/>
          <ac:spMkLst>
            <pc:docMk/>
            <pc:sldMk cId="3945464858" sldId="2146848214"/>
            <ac:spMk id="34" creationId="{5C89CC6E-6F89-8442-F5A3-203D55BEAC7D}"/>
          </ac:spMkLst>
        </pc:spChg>
        <pc:spChg chg="mod">
          <ac:chgData name="Lizaveta Anisenka" userId="S::lizaveta.anisenka@stud.esdc.lt::73e7d378-a881-4b2a-981e-55ddbb947092" providerId="AD" clId="Web-{80893969-24A5-B4F8-E1A7-094197CB869B}" dt="2025-10-10T17:56:14.983" v="5" actId="1076"/>
          <ac:spMkLst>
            <pc:docMk/>
            <pc:sldMk cId="3945464858" sldId="2146848214"/>
            <ac:spMk id="35" creationId="{BBCED3B9-D196-2996-5674-918AA0997E07}"/>
          </ac:spMkLst>
        </pc:spChg>
        <pc:spChg chg="mod">
          <ac:chgData name="Lizaveta Anisenka" userId="S::lizaveta.anisenka@stud.esdc.lt::73e7d378-a881-4b2a-981e-55ddbb947092" providerId="AD" clId="Web-{80893969-24A5-B4F8-E1A7-094197CB869B}" dt="2025-10-10T17:57:29.457" v="9" actId="1076"/>
          <ac:spMkLst>
            <pc:docMk/>
            <pc:sldMk cId="3945464858" sldId="2146848214"/>
            <ac:spMk id="36" creationId="{F3C3DFB9-5C6D-602C-7733-ADBFB1677BD0}"/>
          </ac:spMkLst>
        </pc:spChg>
        <pc:spChg chg="mod">
          <ac:chgData name="Lizaveta Anisenka" userId="S::lizaveta.anisenka@stud.esdc.lt::73e7d378-a881-4b2a-981e-55ddbb947092" providerId="AD" clId="Web-{80893969-24A5-B4F8-E1A7-094197CB869B}" dt="2025-10-10T17:57:13.331" v="8" actId="1076"/>
          <ac:spMkLst>
            <pc:docMk/>
            <pc:sldMk cId="3945464858" sldId="2146848214"/>
            <ac:spMk id="37" creationId="{A8941AE3-82B8-6A36-7DC9-83B57C744101}"/>
          </ac:spMkLst>
        </pc:spChg>
        <pc:spChg chg="mod">
          <ac:chgData name="Lizaveta Anisenka" userId="S::lizaveta.anisenka@stud.esdc.lt::73e7d378-a881-4b2a-981e-55ddbb947092" providerId="AD" clId="Web-{80893969-24A5-B4F8-E1A7-094197CB869B}" dt="2025-10-10T17:57:52.318" v="11" actId="1076"/>
          <ac:spMkLst>
            <pc:docMk/>
            <pc:sldMk cId="3945464858" sldId="2146848214"/>
            <ac:spMk id="38" creationId="{DC259C6A-9E9F-D64A-93C3-E1C5CE097131}"/>
          </ac:spMkLst>
        </pc:spChg>
      </pc:sldChg>
      <pc:sldChg chg="modSp">
        <pc:chgData name="Lizaveta Anisenka" userId="S::lizaveta.anisenka@stud.esdc.lt::73e7d378-a881-4b2a-981e-55ddbb947092" providerId="AD" clId="Web-{80893969-24A5-B4F8-E1A7-094197CB869B}" dt="2025-10-10T18:20:29.447" v="26" actId="1076"/>
        <pc:sldMkLst>
          <pc:docMk/>
          <pc:sldMk cId="541219521" sldId="2146848225"/>
        </pc:sldMkLst>
        <pc:spChg chg="mod">
          <ac:chgData name="Lizaveta Anisenka" userId="S::lizaveta.anisenka@stud.esdc.lt::73e7d378-a881-4b2a-981e-55ddbb947092" providerId="AD" clId="Web-{80893969-24A5-B4F8-E1A7-094197CB869B}" dt="2025-10-10T18:15:33.138" v="20" actId="1076"/>
          <ac:spMkLst>
            <pc:docMk/>
            <pc:sldMk cId="541219521" sldId="2146848225"/>
            <ac:spMk id="3" creationId="{C3B28D4F-C751-5392-89BD-E79EA78A2B53}"/>
          </ac:spMkLst>
        </pc:spChg>
        <pc:spChg chg="mod">
          <ac:chgData name="Lizaveta Anisenka" userId="S::lizaveta.anisenka@stud.esdc.lt::73e7d378-a881-4b2a-981e-55ddbb947092" providerId="AD" clId="Web-{80893969-24A5-B4F8-E1A7-094197CB869B}" dt="2025-10-10T18:15:36.106" v="21" actId="1076"/>
          <ac:spMkLst>
            <pc:docMk/>
            <pc:sldMk cId="541219521" sldId="2146848225"/>
            <ac:spMk id="4" creationId="{4B53895B-617E-76C2-C52F-99B1B41228AF}"/>
          </ac:spMkLst>
        </pc:spChg>
        <pc:spChg chg="mod">
          <ac:chgData name="Lizaveta Anisenka" userId="S::lizaveta.anisenka@stud.esdc.lt::73e7d378-a881-4b2a-981e-55ddbb947092" providerId="AD" clId="Web-{80893969-24A5-B4F8-E1A7-094197CB869B}" dt="2025-10-10T18:20:07.181" v="25" actId="1076"/>
          <ac:spMkLst>
            <pc:docMk/>
            <pc:sldMk cId="541219521" sldId="2146848225"/>
            <ac:spMk id="49" creationId="{33722F39-734F-CDCA-C1AD-49A167344B4D}"/>
          </ac:spMkLst>
        </pc:spChg>
        <pc:spChg chg="mod">
          <ac:chgData name="Lizaveta Anisenka" userId="S::lizaveta.anisenka@stud.esdc.lt::73e7d378-a881-4b2a-981e-55ddbb947092" providerId="AD" clId="Web-{80893969-24A5-B4F8-E1A7-094197CB869B}" dt="2025-10-10T18:20:29.447" v="26" actId="1076"/>
          <ac:spMkLst>
            <pc:docMk/>
            <pc:sldMk cId="541219521" sldId="2146848225"/>
            <ac:spMk id="50" creationId="{B884F360-0933-5869-A3E2-70E977D7293B}"/>
          </ac:spMkLst>
        </pc:spChg>
      </pc:sldChg>
      <pc:sldChg chg="modSp">
        <pc:chgData name="Lizaveta Anisenka" userId="S::lizaveta.anisenka@stud.esdc.lt::73e7d378-a881-4b2a-981e-55ddbb947092" providerId="AD" clId="Web-{80893969-24A5-B4F8-E1A7-094197CB869B}" dt="2025-10-10T18:15:26.278" v="19" actId="1076"/>
        <pc:sldMkLst>
          <pc:docMk/>
          <pc:sldMk cId="3109545520" sldId="2146848226"/>
        </pc:sldMkLst>
        <pc:spChg chg="mod">
          <ac:chgData name="Lizaveta Anisenka" userId="S::lizaveta.anisenka@stud.esdc.lt::73e7d378-a881-4b2a-981e-55ddbb947092" providerId="AD" clId="Web-{80893969-24A5-B4F8-E1A7-094197CB869B}" dt="2025-10-10T18:15:17.810" v="18" actId="1076"/>
          <ac:spMkLst>
            <pc:docMk/>
            <pc:sldMk cId="3109545520" sldId="2146848226"/>
            <ac:spMk id="47" creationId="{0C8B7BE6-40A0-A093-611D-602708CD1622}"/>
          </ac:spMkLst>
        </pc:spChg>
        <pc:spChg chg="mod">
          <ac:chgData name="Lizaveta Anisenka" userId="S::lizaveta.anisenka@stud.esdc.lt::73e7d378-a881-4b2a-981e-55ddbb947092" providerId="AD" clId="Web-{80893969-24A5-B4F8-E1A7-094197CB869B}" dt="2025-10-10T18:15:26.278" v="19" actId="1076"/>
          <ac:spMkLst>
            <pc:docMk/>
            <pc:sldMk cId="3109545520" sldId="2146848226"/>
            <ac:spMk id="48" creationId="{B1C998E4-302D-CA1A-BCF4-341CB6131507}"/>
          </ac:spMkLst>
        </pc:spChg>
      </pc:sldChg>
    </pc:docChg>
  </pc:docChgLst>
  <pc:docChgLst>
    <pc:chgData name="Tomas Mucunas" userId="S::tomas.mucunas@stud.esdc.lt::09cb9570-f13e-4209-ac93-278a9d8e47f2" providerId="AD" clId="Web-{5CA334BC-154B-29DB-A57C-33035D512A0D}"/>
    <pc:docChg chg="modSld">
      <pc:chgData name="Tomas Mucunas" userId="S::tomas.mucunas@stud.esdc.lt::09cb9570-f13e-4209-ac93-278a9d8e47f2" providerId="AD" clId="Web-{5CA334BC-154B-29DB-A57C-33035D512A0D}" dt="2025-10-15T16:01:04.044" v="0" actId="1076"/>
      <pc:docMkLst>
        <pc:docMk/>
      </pc:docMkLst>
      <pc:sldChg chg="modSp">
        <pc:chgData name="Tomas Mucunas" userId="S::tomas.mucunas@stud.esdc.lt::09cb9570-f13e-4209-ac93-278a9d8e47f2" providerId="AD" clId="Web-{5CA334BC-154B-29DB-A57C-33035D512A0D}" dt="2025-10-15T16:01:04.044" v="0" actId="1076"/>
        <pc:sldMkLst>
          <pc:docMk/>
          <pc:sldMk cId="541219521" sldId="2146848225"/>
        </pc:sldMkLst>
        <pc:spChg chg="mod">
          <ac:chgData name="Tomas Mucunas" userId="S::tomas.mucunas@stud.esdc.lt::09cb9570-f13e-4209-ac93-278a9d8e47f2" providerId="AD" clId="Web-{5CA334BC-154B-29DB-A57C-33035D512A0D}" dt="2025-10-15T16:01:04.044" v="0" actId="1076"/>
          <ac:spMkLst>
            <pc:docMk/>
            <pc:sldMk cId="541219521" sldId="2146848225"/>
            <ac:spMk id="49" creationId="{33722F39-734F-CDCA-C1AD-49A167344B4D}"/>
          </ac:spMkLst>
        </pc:spChg>
      </pc:sldChg>
    </pc:docChg>
  </pc:docChgLst>
  <pc:docChgLst>
    <pc:chgData name="Vadzim Ausianikau" userId="S::vadzim.ausianikau@stud.esdc.lt::51c4983e-3af1-4a7c-82a2-b6be2a8e24d7" providerId="AD" clId="Web-{FBE5C34E-BD6D-431A-A13E-FBF2E2AE3D0A}"/>
    <pc:docChg chg="modSld">
      <pc:chgData name="Vadzim Ausianikau" userId="S::vadzim.ausianikau@stud.esdc.lt::51c4983e-3af1-4a7c-82a2-b6be2a8e24d7" providerId="AD" clId="Web-{FBE5C34E-BD6D-431A-A13E-FBF2E2AE3D0A}" dt="2025-10-11T09:02:30.372" v="9" actId="1076"/>
      <pc:docMkLst>
        <pc:docMk/>
      </pc:docMkLst>
      <pc:sldChg chg="modSp">
        <pc:chgData name="Vadzim Ausianikau" userId="S::vadzim.ausianikau@stud.esdc.lt::51c4983e-3af1-4a7c-82a2-b6be2a8e24d7" providerId="AD" clId="Web-{FBE5C34E-BD6D-431A-A13E-FBF2E2AE3D0A}" dt="2025-10-11T08:27:06.516" v="0" actId="1076"/>
        <pc:sldMkLst>
          <pc:docMk/>
          <pc:sldMk cId="4004404842" sldId="2146848212"/>
        </pc:sldMkLst>
        <pc:spChg chg="mod">
          <ac:chgData name="Vadzim Ausianikau" userId="S::vadzim.ausianikau@stud.esdc.lt::51c4983e-3af1-4a7c-82a2-b6be2a8e24d7" providerId="AD" clId="Web-{FBE5C34E-BD6D-431A-A13E-FBF2E2AE3D0A}" dt="2025-10-11T08:27:06.516" v="0" actId="1076"/>
          <ac:spMkLst>
            <pc:docMk/>
            <pc:sldMk cId="4004404842" sldId="2146848212"/>
            <ac:spMk id="17" creationId="{4878AA39-04D8-E610-BEF1-9B0B75E68118}"/>
          </ac:spMkLst>
        </pc:spChg>
      </pc:sldChg>
      <pc:sldChg chg="modSp">
        <pc:chgData name="Vadzim Ausianikau" userId="S::vadzim.ausianikau@stud.esdc.lt::51c4983e-3af1-4a7c-82a2-b6be2a8e24d7" providerId="AD" clId="Web-{FBE5C34E-BD6D-431A-A13E-FBF2E2AE3D0A}" dt="2025-10-11T08:41:33.306" v="6" actId="1076"/>
        <pc:sldMkLst>
          <pc:docMk/>
          <pc:sldMk cId="3945464858" sldId="2146848214"/>
        </pc:sldMkLst>
        <pc:spChg chg="mod">
          <ac:chgData name="Vadzim Ausianikau" userId="S::vadzim.ausianikau@stud.esdc.lt::51c4983e-3af1-4a7c-82a2-b6be2a8e24d7" providerId="AD" clId="Web-{FBE5C34E-BD6D-431A-A13E-FBF2E2AE3D0A}" dt="2025-10-11T08:41:33.306" v="6" actId="1076"/>
          <ac:spMkLst>
            <pc:docMk/>
            <pc:sldMk cId="3945464858" sldId="2146848214"/>
            <ac:spMk id="32" creationId="{D4F7DE87-2713-E88F-A4D5-85D0C043C5B8}"/>
          </ac:spMkLst>
        </pc:spChg>
        <pc:spChg chg="mod">
          <ac:chgData name="Vadzim Ausianikau" userId="S::vadzim.ausianikau@stud.esdc.lt::51c4983e-3af1-4a7c-82a2-b6be2a8e24d7" providerId="AD" clId="Web-{FBE5C34E-BD6D-431A-A13E-FBF2E2AE3D0A}" dt="2025-10-11T08:41:12.212" v="2" actId="1076"/>
          <ac:spMkLst>
            <pc:docMk/>
            <pc:sldMk cId="3945464858" sldId="2146848214"/>
            <ac:spMk id="33" creationId="{03731EC3-A87F-C710-B384-890956A59154}"/>
          </ac:spMkLst>
        </pc:spChg>
        <pc:spChg chg="mod">
          <ac:chgData name="Vadzim Ausianikau" userId="S::vadzim.ausianikau@stud.esdc.lt::51c4983e-3af1-4a7c-82a2-b6be2a8e24d7" providerId="AD" clId="Web-{FBE5C34E-BD6D-431A-A13E-FBF2E2AE3D0A}" dt="2025-10-11T08:41:20.494" v="5" actId="1076"/>
          <ac:spMkLst>
            <pc:docMk/>
            <pc:sldMk cId="3945464858" sldId="2146848214"/>
            <ac:spMk id="34" creationId="{5C89CC6E-6F89-8442-F5A3-203D55BEAC7D}"/>
          </ac:spMkLst>
        </pc:spChg>
        <pc:spChg chg="mod">
          <ac:chgData name="Vadzim Ausianikau" userId="S::vadzim.ausianikau@stud.esdc.lt::51c4983e-3af1-4a7c-82a2-b6be2a8e24d7" providerId="AD" clId="Web-{FBE5C34E-BD6D-431A-A13E-FBF2E2AE3D0A}" dt="2025-10-11T08:41:17.072" v="4" actId="1076"/>
          <ac:spMkLst>
            <pc:docMk/>
            <pc:sldMk cId="3945464858" sldId="2146848214"/>
            <ac:spMk id="37" creationId="{A8941AE3-82B8-6A36-7DC9-83B57C744101}"/>
          </ac:spMkLst>
        </pc:spChg>
      </pc:sldChg>
      <pc:sldChg chg="modSp">
        <pc:chgData name="Vadzim Ausianikau" userId="S::vadzim.ausianikau@stud.esdc.lt::51c4983e-3af1-4a7c-82a2-b6be2a8e24d7" providerId="AD" clId="Web-{FBE5C34E-BD6D-431A-A13E-FBF2E2AE3D0A}" dt="2025-10-11T08:43:15.932" v="8" actId="1076"/>
        <pc:sldMkLst>
          <pc:docMk/>
          <pc:sldMk cId="1185354352" sldId="2146848215"/>
        </pc:sldMkLst>
        <pc:spChg chg="mod">
          <ac:chgData name="Vadzim Ausianikau" userId="S::vadzim.ausianikau@stud.esdc.lt::51c4983e-3af1-4a7c-82a2-b6be2a8e24d7" providerId="AD" clId="Web-{FBE5C34E-BD6D-431A-A13E-FBF2E2AE3D0A}" dt="2025-10-11T08:43:13.917" v="7" actId="1076"/>
          <ac:spMkLst>
            <pc:docMk/>
            <pc:sldMk cId="1185354352" sldId="2146848215"/>
            <ac:spMk id="13" creationId="{09AE7AC6-0497-8BC4-3B62-08EC7E640443}"/>
          </ac:spMkLst>
        </pc:spChg>
        <pc:spChg chg="mod">
          <ac:chgData name="Vadzim Ausianikau" userId="S::vadzim.ausianikau@stud.esdc.lt::51c4983e-3af1-4a7c-82a2-b6be2a8e24d7" providerId="AD" clId="Web-{FBE5C34E-BD6D-431A-A13E-FBF2E2AE3D0A}" dt="2025-10-11T08:43:15.932" v="8" actId="1076"/>
          <ac:spMkLst>
            <pc:docMk/>
            <pc:sldMk cId="1185354352" sldId="2146848215"/>
            <ac:spMk id="14" creationId="{7CAFE57B-2893-324D-7627-B0192F387E4D}"/>
          </ac:spMkLst>
        </pc:spChg>
      </pc:sldChg>
      <pc:sldChg chg="modSp">
        <pc:chgData name="Vadzim Ausianikau" userId="S::vadzim.ausianikau@stud.esdc.lt::51c4983e-3af1-4a7c-82a2-b6be2a8e24d7" providerId="AD" clId="Web-{FBE5C34E-BD6D-431A-A13E-FBF2E2AE3D0A}" dt="2025-10-11T09:02:30.372" v="9" actId="1076"/>
        <pc:sldMkLst>
          <pc:docMk/>
          <pc:sldMk cId="3109545520" sldId="2146848226"/>
        </pc:sldMkLst>
        <pc:spChg chg="mod">
          <ac:chgData name="Vadzim Ausianikau" userId="S::vadzim.ausianikau@stud.esdc.lt::51c4983e-3af1-4a7c-82a2-b6be2a8e24d7" providerId="AD" clId="Web-{FBE5C34E-BD6D-431A-A13E-FBF2E2AE3D0A}" dt="2025-10-11T09:02:30.372" v="9" actId="1076"/>
          <ac:spMkLst>
            <pc:docMk/>
            <pc:sldMk cId="3109545520" sldId="2146848226"/>
            <ac:spMk id="47" creationId="{0C8B7BE6-40A0-A093-611D-602708CD162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7C3EA8B-9D86-508A-5619-990F69220D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166C21-3E35-8E34-2B93-D6474FDAE6C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F65F5-4296-0146-B260-D72DA98714BE}" type="datetimeFigureOut">
              <a:rPr lang="en-UA" smtClean="0"/>
              <a:t>10/15/2025</a:t>
            </a:fld>
            <a:endParaRPr lang="en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9A2BB-792A-4280-F38A-B88426761C1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11C3C9-B78A-DF42-0EBA-E83B01D5EE8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520728-0225-194E-8550-38F500DE678F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5125071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6DA449-81D0-4C65-80FA-E84926361CC3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A5C3A5-A464-4897-B884-BB9B35180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570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5C3A5-A464-4897-B884-BB9B35180A5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1920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5C3A5-A464-4897-B884-BB9B35180A5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9038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5C3A5-A464-4897-B884-BB9B35180A5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0795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5C3A5-A464-4897-B884-BB9B35180A5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39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339377C-8642-441F-BDC6-500DB01AD362}"/>
              </a:ext>
            </a:extLst>
          </p:cNvPr>
          <p:cNvSpPr/>
          <p:nvPr userDrawn="1"/>
        </p:nvSpPr>
        <p:spPr bwMode="auto">
          <a:xfrm>
            <a:off x="-1" y="0"/>
            <a:ext cx="12192000" cy="6858000"/>
          </a:xfrm>
          <a:prstGeom prst="rect">
            <a:avLst/>
          </a:prstGeom>
          <a:solidFill>
            <a:srgbClr val="002060"/>
          </a:solidFill>
          <a:ln>
            <a:solidFill>
              <a:schemeClr val="accent5">
                <a:lumMod val="50000"/>
              </a:schemeClr>
            </a:solidFill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72213" y="4479572"/>
            <a:ext cx="1447573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Kiril Kuzmin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F6A18E7-9305-4C6B-A5A3-4962D30A22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33882" y="5228068"/>
            <a:ext cx="2064585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 spc="300">
                <a:solidFill>
                  <a:schemeClr val="bg2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October 4, 2022</a:t>
            </a:r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FA7817-3B6C-3F4A-B7B9-1C24248B02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7977" y="2564931"/>
            <a:ext cx="5509290" cy="92333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6000" b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Presentation title</a:t>
            </a:r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727" y="261914"/>
            <a:ext cx="3059722" cy="846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4623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965200"/>
          </a:xfrm>
        </p:spPr>
        <p:txBody>
          <a:bodyPr/>
          <a:lstStyle>
            <a:lvl1pPr>
              <a:defRPr b="0">
                <a:solidFill>
                  <a:srgbClr val="002060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02766-9497-4A26-BB62-880E918552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1530928"/>
            <a:ext cx="4151745" cy="334950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457200" indent="-457200">
              <a:buFont typeface="Wingdings" panose="05000000000000000000" pitchFamily="2" charset="2"/>
              <a:buChar char="q"/>
              <a:defRPr sz="2800" b="0">
                <a:latin typeface="+mn-lt"/>
                <a:cs typeface="Calibri Light" panose="020F0302020204030204" pitchFamily="34" charset="0"/>
              </a:defRPr>
            </a:lvl1pPr>
            <a:lvl2pPr marL="685800" indent="-228600">
              <a:buFont typeface="Wingdings" panose="05000000000000000000" pitchFamily="2" charset="2"/>
              <a:buChar char="Ø"/>
              <a:defRPr sz="2400"/>
            </a:lvl2pPr>
            <a:lvl3pPr marL="1143000" indent="-228600">
              <a:buFont typeface="Wingdings" panose="05000000000000000000" pitchFamily="2" charset="2"/>
              <a:buChar char="§"/>
              <a:defRPr sz="2000"/>
            </a:lvl3pPr>
          </a:lstStyle>
          <a:p>
            <a:pPr lvl="0"/>
            <a:r>
              <a:rPr lang="en-US"/>
              <a:t>Main text</a:t>
            </a:r>
          </a:p>
          <a:p>
            <a:pPr lvl="1"/>
            <a:r>
              <a:rPr lang="en-US"/>
              <a:t>bullet 1</a:t>
            </a:r>
          </a:p>
          <a:p>
            <a:pPr lvl="1"/>
            <a:r>
              <a:rPr lang="en-US"/>
              <a:t>bullet 2</a:t>
            </a:r>
          </a:p>
          <a:p>
            <a:pPr lvl="2"/>
            <a:r>
              <a:rPr lang="en-US"/>
              <a:t>sub-bullet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2848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599" cy="457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8369E08-22C8-4CA0-8BC3-06B27EF317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1" y="1208811"/>
            <a:ext cx="10672618" cy="424064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t>It’s the main text</a:t>
            </a:r>
          </a:p>
          <a:p>
            <a:pPr marL="182880" marR="0" lvl="1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6CDD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t>Second level</a:t>
            </a:r>
          </a:p>
          <a:p>
            <a:pPr marL="365760" marR="0" lvl="2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0A0A0"/>
              </a:buClr>
              <a:buSzTx/>
              <a:buFont typeface="Calibri" panose="020F0502020204030204" pitchFamily="34" charset="0"/>
              <a:buChar char="→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t>Third level</a:t>
            </a: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EB803D9-382F-46B0-1898-DAB0489BED10}"/>
              </a:ext>
            </a:extLst>
          </p:cNvPr>
          <p:cNvGrpSpPr/>
          <p:nvPr userDrawn="1"/>
        </p:nvGrpSpPr>
        <p:grpSpPr>
          <a:xfrm>
            <a:off x="375920" y="5990240"/>
            <a:ext cx="1532080" cy="756000"/>
            <a:chOff x="375920" y="5990240"/>
            <a:chExt cx="1532080" cy="756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98B4834-F2C3-2E22-51AA-388AA2623E68}"/>
                </a:ext>
              </a:extLst>
            </p:cNvPr>
            <p:cNvSpPr/>
            <p:nvPr/>
          </p:nvSpPr>
          <p:spPr bwMode="auto">
            <a:xfrm>
              <a:off x="375920" y="6421120"/>
              <a:ext cx="721360" cy="2257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square" lIns="0" tIns="0" rIns="0" bIns="0" rtlCol="0" anchor="ctr"/>
            <a:lstStyle/>
            <a:p>
              <a:pPr algn="ctr"/>
              <a:endParaRPr lang="en-UA" sz="2400">
                <a:solidFill>
                  <a:schemeClr val="bg1"/>
                </a:solidFill>
                <a:latin typeface="Calibri Light" panose="020F0302020204030204" pitchFamily="34" charset="0"/>
                <a:ea typeface="Human Sans ExtraLight" charset="0"/>
                <a:cs typeface="Human Sans ExtraLight" charset="0"/>
              </a:endParaRPr>
            </a:p>
          </p:txBody>
        </p:sp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9376AE24-2430-37FB-BC15-311846F8E6D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-378" t="18514" r="-378" b="28589"/>
            <a:stretch/>
          </p:blipFill>
          <p:spPr>
            <a:xfrm>
              <a:off x="468000" y="5990240"/>
              <a:ext cx="1440000" cy="756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29526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827" r:id="rId2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0" i="0" kern="1200">
          <a:solidFill>
            <a:schemeClr val="tx1"/>
          </a:solidFill>
          <a:latin typeface="+mj-lt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None/>
        <a:defRPr sz="16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56">
          <p15:clr>
            <a:srgbClr val="F26B43"/>
          </p15:clr>
        </p15:guide>
        <p15:guide id="16" orient="horz" pos="144">
          <p15:clr>
            <a:srgbClr val="F26B43"/>
          </p15:clr>
        </p15:guide>
        <p15:guide id="17" orient="horz" pos="312">
          <p15:clr>
            <a:srgbClr val="F26B43"/>
          </p15:clr>
        </p15:guide>
        <p15:guide id="19" orient="horz" pos="576">
          <p15:clr>
            <a:srgbClr val="F26B43"/>
          </p15:clr>
        </p15:guide>
        <p15:guide id="20" orient="horz" pos="744">
          <p15:clr>
            <a:srgbClr val="F26B43"/>
          </p15:clr>
        </p15:guide>
        <p15:guide id="41" orient="horz" pos="3888">
          <p15:clr>
            <a:srgbClr val="F26B43"/>
          </p15:clr>
        </p15:guide>
        <p15:guide id="43" orient="horz" pos="4176">
          <p15:clr>
            <a:srgbClr val="F26B43"/>
          </p15:clr>
        </p15:guide>
        <p15:guide id="56" orient="horz">
          <p15:clr>
            <a:srgbClr val="F26B43"/>
          </p15:clr>
        </p15:guide>
        <p15:guide id="57" orient="horz" pos="4320">
          <p15:clr>
            <a:srgbClr val="F26B43"/>
          </p15:clr>
        </p15:guide>
        <p15:guide id="58" orient="horz" pos="4032">
          <p15:clr>
            <a:srgbClr val="F26B43"/>
          </p15:clr>
        </p15:guide>
        <p15:guide id="59" pos="288">
          <p15:clr>
            <a:srgbClr val="F26B43"/>
          </p15:clr>
        </p15:guide>
        <p15:guide id="61" pos="7392">
          <p15:clr>
            <a:srgbClr val="F26B43"/>
          </p15:clr>
        </p15:guide>
        <p15:guide id="64" pos="1354">
          <p15:clr>
            <a:srgbClr val="F26B43"/>
          </p15:clr>
        </p15:guide>
        <p15:guide id="65" pos="1498">
          <p15:clr>
            <a:srgbClr val="F26B43"/>
          </p15:clr>
        </p15:guide>
        <p15:guide id="68" pos="2710">
          <p15:clr>
            <a:srgbClr val="F26B43"/>
          </p15:clr>
        </p15:guide>
        <p15:guide id="69" pos="2568">
          <p15:clr>
            <a:srgbClr val="F26B43"/>
          </p15:clr>
        </p15:guide>
        <p15:guide id="72" pos="3772">
          <p15:clr>
            <a:srgbClr val="F26B43"/>
          </p15:clr>
        </p15:guide>
        <p15:guide id="73" pos="3919">
          <p15:clr>
            <a:srgbClr val="F26B43"/>
          </p15:clr>
        </p15:guide>
        <p15:guide id="76" pos="5128">
          <p15:clr>
            <a:srgbClr val="F26B43"/>
          </p15:clr>
        </p15:guide>
        <p15:guide id="77" pos="4981">
          <p15:clr>
            <a:srgbClr val="F26B43"/>
          </p15:clr>
        </p15:guide>
        <p15:guide id="80" pos="6186">
          <p15:clr>
            <a:srgbClr val="F26B43"/>
          </p15:clr>
        </p15:guide>
        <p15:guide id="81" pos="633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tags" Target="../tags/tag5.xml"/><Relationship Id="rId7" Type="http://schemas.openxmlformats.org/officeDocument/2006/relationships/image" Target="../media/image8.png"/><Relationship Id="rId12" Type="http://schemas.openxmlformats.org/officeDocument/2006/relationships/image" Target="../media/image14.pn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13.png"/><Relationship Id="rId5" Type="http://schemas.openxmlformats.org/officeDocument/2006/relationships/tags" Target="../tags/tag7.xml"/><Relationship Id="rId10" Type="http://schemas.openxmlformats.org/officeDocument/2006/relationships/image" Target="../media/image12.png"/><Relationship Id="rId4" Type="http://schemas.openxmlformats.org/officeDocument/2006/relationships/tags" Target="../tags/tag6.xml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Relationship Id="rId14" Type="http://schemas.openxmlformats.org/officeDocument/2006/relationships/image" Target="../media/image4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16.xml"/><Relationship Id="rId13" Type="http://schemas.openxmlformats.org/officeDocument/2006/relationships/image" Target="../media/image59.png"/><Relationship Id="rId18" Type="http://schemas.openxmlformats.org/officeDocument/2006/relationships/image" Target="../media/image14.png"/><Relationship Id="rId3" Type="http://schemas.openxmlformats.org/officeDocument/2006/relationships/tags" Target="../tags/tag11.xml"/><Relationship Id="rId21" Type="http://schemas.openxmlformats.org/officeDocument/2006/relationships/image" Target="../media/image62.png"/><Relationship Id="rId7" Type="http://schemas.openxmlformats.org/officeDocument/2006/relationships/tags" Target="../tags/tag15.xml"/><Relationship Id="rId12" Type="http://schemas.openxmlformats.org/officeDocument/2006/relationships/slideLayout" Target="../slideLayouts/slideLayout2.xml"/><Relationship Id="rId17" Type="http://schemas.openxmlformats.org/officeDocument/2006/relationships/image" Target="../media/image13.png"/><Relationship Id="rId2" Type="http://schemas.openxmlformats.org/officeDocument/2006/relationships/tags" Target="../tags/tag10.xml"/><Relationship Id="rId16" Type="http://schemas.openxmlformats.org/officeDocument/2006/relationships/image" Target="../media/image12.png"/><Relationship Id="rId20" Type="http://schemas.openxmlformats.org/officeDocument/2006/relationships/image" Target="../media/image61.png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tags" Target="../tags/tag19.xml"/><Relationship Id="rId5" Type="http://schemas.openxmlformats.org/officeDocument/2006/relationships/tags" Target="../tags/tag13.xml"/><Relationship Id="rId15" Type="http://schemas.openxmlformats.org/officeDocument/2006/relationships/image" Target="../media/image11.png"/><Relationship Id="rId23" Type="http://schemas.openxmlformats.org/officeDocument/2006/relationships/image" Target="../media/image64.png"/><Relationship Id="rId10" Type="http://schemas.openxmlformats.org/officeDocument/2006/relationships/tags" Target="../tags/tag18.xml"/><Relationship Id="rId19" Type="http://schemas.openxmlformats.org/officeDocument/2006/relationships/image" Target="../media/image60.png"/><Relationship Id="rId4" Type="http://schemas.openxmlformats.org/officeDocument/2006/relationships/tags" Target="../tags/tag12.xml"/><Relationship Id="rId9" Type="http://schemas.openxmlformats.org/officeDocument/2006/relationships/tags" Target="../tags/tag17.xml"/><Relationship Id="rId14" Type="http://schemas.openxmlformats.org/officeDocument/2006/relationships/image" Target="../media/image10.png"/><Relationship Id="rId22" Type="http://schemas.openxmlformats.org/officeDocument/2006/relationships/image" Target="../media/image6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13" Type="http://schemas.openxmlformats.org/officeDocument/2006/relationships/image" Target="../media/image100.png"/><Relationship Id="rId3" Type="http://schemas.openxmlformats.org/officeDocument/2006/relationships/tags" Target="../tags/tag22.xml"/><Relationship Id="rId7" Type="http://schemas.openxmlformats.org/officeDocument/2006/relationships/image" Target="../media/image94.png"/><Relationship Id="rId12" Type="http://schemas.openxmlformats.org/officeDocument/2006/relationships/image" Target="../media/image99.png"/><Relationship Id="rId2" Type="http://schemas.openxmlformats.org/officeDocument/2006/relationships/tags" Target="../tags/tag21.xml"/><Relationship Id="rId16" Type="http://schemas.openxmlformats.org/officeDocument/2006/relationships/image" Target="../media/image103.png"/><Relationship Id="rId1" Type="http://schemas.openxmlformats.org/officeDocument/2006/relationships/tags" Target="../tags/tag20.xml"/><Relationship Id="rId6" Type="http://schemas.openxmlformats.org/officeDocument/2006/relationships/image" Target="../media/image93.png"/><Relationship Id="rId11" Type="http://schemas.openxmlformats.org/officeDocument/2006/relationships/image" Target="../media/image98.png"/><Relationship Id="rId5" Type="http://schemas.openxmlformats.org/officeDocument/2006/relationships/notesSlide" Target="../notesSlides/notesSlide3.xml"/><Relationship Id="rId15" Type="http://schemas.openxmlformats.org/officeDocument/2006/relationships/image" Target="../media/image102.png"/><Relationship Id="rId10" Type="http://schemas.openxmlformats.org/officeDocument/2006/relationships/image" Target="../media/image97.pn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96.png"/><Relationship Id="rId14" Type="http://schemas.openxmlformats.org/officeDocument/2006/relationships/image" Target="../media/image10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35F5B1A-F7F9-8B55-6073-27FBE2630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0683" y="2945975"/>
            <a:ext cx="6410633" cy="1477328"/>
          </a:xfrm>
        </p:spPr>
        <p:txBody>
          <a:bodyPr/>
          <a:lstStyle/>
          <a:p>
            <a:r>
              <a:rPr lang="en-US" sz="4800"/>
              <a:t>Matrices as operators</a:t>
            </a:r>
            <a:br>
              <a:rPr lang="en-US" sz="4800"/>
            </a:br>
            <a:r>
              <a:rPr lang="en-US" sz="4800"/>
              <a:t>Determinant of a matrix</a:t>
            </a:r>
          </a:p>
        </p:txBody>
      </p:sp>
    </p:spTree>
    <p:extLst>
      <p:ext uri="{BB962C8B-B14F-4D97-AF65-F5344CB8AC3E}">
        <p14:creationId xmlns:p14="http://schemas.microsoft.com/office/powerpoint/2010/main" val="1287344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8D4B9-7029-7BD9-FC7D-B671417DC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Одномерные линейные преобразования</a:t>
            </a:r>
            <a:r>
              <a:rPr lang="en-US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ABF6732-02B8-682A-0EAD-D514D5ECC222}"/>
                  </a:ext>
                </a:extLst>
              </p:cNvPr>
              <p:cNvSpPr>
                <a:spLocks noGrp="1"/>
              </p:cNvSpPr>
              <p:nvPr>
                <p:ph type="body" sz="quarter" idx="16"/>
              </p:nvPr>
            </p:nvSpPr>
            <p:spPr>
              <a:xfrm>
                <a:off x="457200" y="1530928"/>
                <a:ext cx="5884606" cy="1552092"/>
              </a:xfrm>
            </p:spPr>
            <p:txBody>
              <a:bodyPr/>
              <a:lstStyle/>
              <a:p>
                <a:r>
                  <a:rPr lang="ru-RU"/>
                  <a:t>Растяжение</a:t>
                </a:r>
                <a:r>
                  <a:rPr lang="en-US"/>
                  <a:t>/</a:t>
                </a:r>
                <a:r>
                  <a:rPr lang="ru-RU"/>
                  <a:t>сжатие</a:t>
                </a:r>
                <a:r>
                  <a:rPr lang="en-US"/>
                  <a:t> (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/>
                  <a:t>)</a:t>
                </a:r>
                <a:endParaRPr lang="ru-RU"/>
              </a:p>
              <a:p>
                <a:r>
                  <a:rPr lang="ru-RU"/>
                  <a:t>Зеркальное отражение</a:t>
                </a:r>
                <a:r>
                  <a:rPr lang="en-US"/>
                  <a:t> (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∗(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/>
                  <a:t>)</a:t>
                </a:r>
                <a:endParaRPr lang="ru-RU"/>
              </a:p>
              <a:p>
                <a:endParaRPr lang="en-US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ABF6732-02B8-682A-0EAD-D514D5ECC2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6"/>
              </p:nvPr>
            </p:nvSpPr>
            <p:spPr>
              <a:xfrm>
                <a:off x="457200" y="1530928"/>
                <a:ext cx="5884606" cy="1552092"/>
              </a:xfrm>
              <a:blipFill>
                <a:blip r:embed="rId3"/>
                <a:stretch>
                  <a:fillRect l="-3316" t="-54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Shape&#10;&#10;Description automatically generated with medium confidence">
            <a:extLst>
              <a:ext uri="{FF2B5EF4-FFF2-40B4-BE49-F238E27FC236}">
                <a16:creationId xmlns:a16="http://schemas.microsoft.com/office/drawing/2014/main" id="{1CB364B7-ABF0-32B0-66C4-AD58E47621F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2"/>
          <a:stretch/>
        </p:blipFill>
        <p:spPr>
          <a:xfrm>
            <a:off x="2585884" y="3035287"/>
            <a:ext cx="6295666" cy="1087588"/>
          </a:xfrm>
          <a:prstGeom prst="rect">
            <a:avLst/>
          </a:prstGeom>
        </p:spPr>
      </p:pic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0795AE4C-5D53-2C73-559F-CDEA926E669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2"/>
          <a:stretch/>
        </p:blipFill>
        <p:spPr>
          <a:xfrm>
            <a:off x="2585884" y="4779062"/>
            <a:ext cx="6295666" cy="10960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E210B9E-20AC-FAA7-4B7E-03A7F6E4B00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6000" y="1696072"/>
            <a:ext cx="1463924" cy="330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564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6C425-B756-F711-8F3A-7F38FCA3B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Двумерные линейные преобразования</a:t>
            </a:r>
            <a:r>
              <a:rPr lang="en-US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23F9BA-5EDB-C80B-1BBF-B8061F3F9B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1530928"/>
            <a:ext cx="5481484" cy="1552092"/>
          </a:xfrm>
        </p:spPr>
        <p:txBody>
          <a:bodyPr/>
          <a:lstStyle/>
          <a:p>
            <a:r>
              <a:rPr lang="ru-RU"/>
              <a:t>Растяжение</a:t>
            </a:r>
            <a:r>
              <a:rPr lang="en-US"/>
              <a:t>/</a:t>
            </a:r>
            <a:r>
              <a:rPr lang="ru-RU"/>
              <a:t>сжатие</a:t>
            </a:r>
            <a:r>
              <a:rPr lang="en-US"/>
              <a:t> </a:t>
            </a:r>
            <a:endParaRPr lang="ru-RU"/>
          </a:p>
          <a:p>
            <a:r>
              <a:rPr lang="ru-RU"/>
              <a:t>Зеркальное отражение</a:t>
            </a:r>
          </a:p>
          <a:p>
            <a:r>
              <a:rPr lang="ru-RU"/>
              <a:t>Поворот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B5FC75-CA97-FB2E-34DD-296CF43EF9D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1232" y="1422400"/>
            <a:ext cx="6634210" cy="790400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C016CBE9-88E6-5F6B-ED73-AC77D54728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3232" y="2838220"/>
            <a:ext cx="7620172" cy="362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001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6C425-B756-F711-8F3A-7F38FCA3B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Двумерные линейные преобразования</a:t>
            </a:r>
            <a:r>
              <a:rPr lang="en-US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23F9BA-5EDB-C80B-1BBF-B8061F3F9B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1530928"/>
            <a:ext cx="5481484" cy="1552092"/>
          </a:xfrm>
        </p:spPr>
        <p:txBody>
          <a:bodyPr/>
          <a:lstStyle/>
          <a:p>
            <a:r>
              <a:rPr lang="ru-RU"/>
              <a:t>Растяжение</a:t>
            </a:r>
            <a:r>
              <a:rPr lang="en-US"/>
              <a:t>/</a:t>
            </a:r>
            <a:r>
              <a:rPr lang="ru-RU"/>
              <a:t>сжатие</a:t>
            </a:r>
            <a:r>
              <a:rPr lang="en-US"/>
              <a:t> </a:t>
            </a:r>
            <a:endParaRPr lang="ru-RU"/>
          </a:p>
          <a:p>
            <a:r>
              <a:rPr lang="ru-RU"/>
              <a:t>Зеркальное отражение</a:t>
            </a:r>
          </a:p>
          <a:p>
            <a:r>
              <a:rPr lang="ru-RU"/>
              <a:t>Поворот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B5FC75-CA97-FB2E-34DD-296CF43EF9D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1232" y="1422400"/>
            <a:ext cx="6634210" cy="7904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DA948D43-D007-F488-22D9-A0549876D928}"/>
              </a:ext>
            </a:extLst>
          </p:cNvPr>
          <p:cNvGrpSpPr/>
          <p:nvPr/>
        </p:nvGrpSpPr>
        <p:grpSpPr>
          <a:xfrm>
            <a:off x="4522851" y="2840213"/>
            <a:ext cx="3146348" cy="3609975"/>
            <a:chOff x="4522851" y="2840213"/>
            <a:chExt cx="3146348" cy="3609975"/>
          </a:xfrm>
        </p:grpSpPr>
        <p:pic>
          <p:nvPicPr>
            <p:cNvPr id="9" name="Picture 8" descr="A picture containing text, businesscard&#10;&#10;Description automatically generated">
              <a:extLst>
                <a:ext uri="{FF2B5EF4-FFF2-40B4-BE49-F238E27FC236}">
                  <a16:creationId xmlns:a16="http://schemas.microsoft.com/office/drawing/2014/main" id="{4D80B0C2-DA45-FA53-9E87-9E50D8BBEB6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22851" y="2840213"/>
              <a:ext cx="3143250" cy="3609975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360CC1C-C5FE-F2D9-DFEB-55A8AF9F5F6A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3891" y="5567896"/>
              <a:ext cx="438020" cy="221665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1518C8BA-7BF2-C6A6-E6EF-BFFC5474B4DB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38433" y="3411252"/>
              <a:ext cx="435365" cy="221665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0EE68535-A29E-2EEC-02C8-899DAB17F9AE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3891" y="3083020"/>
              <a:ext cx="1185308" cy="221665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0D08D23-F7AA-23DE-FEDA-9B2A3AD30691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39417" y="5924789"/>
              <a:ext cx="478001" cy="236873"/>
            </a:xfrm>
            <a:prstGeom prst="rect">
              <a:avLst/>
            </a:prstGeom>
            <a:solidFill>
              <a:schemeClr val="bg1"/>
            </a:solidFill>
          </p:spPr>
        </p:pic>
      </p:grpSp>
    </p:spTree>
    <p:extLst>
      <p:ext uri="{BB962C8B-B14F-4D97-AF65-F5344CB8AC3E}">
        <p14:creationId xmlns:p14="http://schemas.microsoft.com/office/powerpoint/2010/main" val="1209339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4E1F1-8FE1-CC4B-E92A-0B27FB819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Что делает диагональная матрица</a:t>
            </a:r>
            <a:r>
              <a:rPr lang="en-US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C182F0A-39DF-EEF7-CF17-A1B6B8456526}"/>
                  </a:ext>
                </a:extLst>
              </p:cNvPr>
              <p:cNvSpPr txBox="1"/>
              <p:nvPr/>
            </p:nvSpPr>
            <p:spPr>
              <a:xfrm>
                <a:off x="647356" y="1208598"/>
                <a:ext cx="6151233" cy="17583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q"/>
                </a:pPr>
                <a:r>
                  <a:rPr lang="ru-RU" sz="2400"/>
                  <a:t>Представим точку </a:t>
                </a:r>
                <a14:m>
                  <m:oMath xmlns:m="http://schemas.openxmlformats.org/officeDocument/2006/math">
                    <m:r>
                      <a:rPr lang="ru-RU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ru-RU" sz="24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ru-RU" sz="2400"/>
                  <a:t>как вектор</a:t>
                </a:r>
                <a:r>
                  <a:rPr lang="en-GB" sz="240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sz="2400"/>
              </a:p>
              <a:p>
                <a:r>
                  <a:rPr lang="ru-RU" sz="2400"/>
                  <a:t>И подействуем на этот вектор матрицей</a:t>
                </a:r>
                <a:r>
                  <a:rPr lang="en-GB" sz="240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2400" b="0" i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b="0" i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2400" b="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240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C182F0A-39DF-EEF7-CF17-A1B6B84565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356" y="1208598"/>
                <a:ext cx="6151233" cy="1758366"/>
              </a:xfrm>
              <a:prstGeom prst="rect">
                <a:avLst/>
              </a:prstGeom>
              <a:blipFill>
                <a:blip r:embed="rId2"/>
                <a:stretch>
                  <a:fillRect l="-14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02C7431-4A58-ED4C-BFFA-AE06DCF1CD51}"/>
              </a:ext>
            </a:extLst>
          </p:cNvPr>
          <p:cNvCxnSpPr/>
          <p:nvPr/>
        </p:nvCxnSpPr>
        <p:spPr>
          <a:xfrm flipV="1">
            <a:off x="8358050" y="1718962"/>
            <a:ext cx="0" cy="21703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39C2890-A142-F853-9D86-CC33048D9DB9}"/>
              </a:ext>
            </a:extLst>
          </p:cNvPr>
          <p:cNvCxnSpPr/>
          <p:nvPr/>
        </p:nvCxnSpPr>
        <p:spPr>
          <a:xfrm>
            <a:off x="8358050" y="3889344"/>
            <a:ext cx="22450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F395FDF-A60B-AF9C-25F8-C7BF75E2E789}"/>
                  </a:ext>
                </a:extLst>
              </p:cNvPr>
              <p:cNvSpPr txBox="1"/>
              <p:nvPr/>
            </p:nvSpPr>
            <p:spPr>
              <a:xfrm>
                <a:off x="8189759" y="1422400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F395FDF-A60B-AF9C-25F8-C7BF75E2E7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9759" y="1422400"/>
                <a:ext cx="360040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B5BF1D3-1EA4-426A-30C6-2A22AE512A43}"/>
                  </a:ext>
                </a:extLst>
              </p:cNvPr>
              <p:cNvSpPr txBox="1"/>
              <p:nvPr/>
            </p:nvSpPr>
            <p:spPr>
              <a:xfrm>
                <a:off x="10558311" y="3704678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B5BF1D3-1EA4-426A-30C6-2A22AE512A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8311" y="3704678"/>
                <a:ext cx="36004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29EC88A-7CCE-3E0D-0B7B-EB65EE930DBE}"/>
                  </a:ext>
                </a:extLst>
              </p:cNvPr>
              <p:cNvSpPr txBox="1"/>
              <p:nvPr/>
            </p:nvSpPr>
            <p:spPr>
              <a:xfrm>
                <a:off x="8925584" y="2946930"/>
                <a:ext cx="720080" cy="555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29EC88A-7CCE-3E0D-0B7B-EB65EE930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5584" y="2946930"/>
                <a:ext cx="720080" cy="55553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val 11">
            <a:extLst>
              <a:ext uri="{FF2B5EF4-FFF2-40B4-BE49-F238E27FC236}">
                <a16:creationId xmlns:a16="http://schemas.microsoft.com/office/drawing/2014/main" id="{F7ABDB82-5693-384D-DCB2-40D0D709A3A1}"/>
              </a:ext>
            </a:extLst>
          </p:cNvPr>
          <p:cNvSpPr/>
          <p:nvPr/>
        </p:nvSpPr>
        <p:spPr>
          <a:xfrm>
            <a:off x="8988089" y="3354143"/>
            <a:ext cx="105693" cy="10682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F88D77E-0443-5524-8584-90F8F45493BD}"/>
                  </a:ext>
                </a:extLst>
              </p:cNvPr>
              <p:cNvSpPr txBox="1"/>
              <p:nvPr/>
            </p:nvSpPr>
            <p:spPr>
              <a:xfrm>
                <a:off x="9749376" y="2365389"/>
                <a:ext cx="720080" cy="6015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F88D77E-0443-5524-8584-90F8F45493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9376" y="2365389"/>
                <a:ext cx="720080" cy="6015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47CDD552-491B-A1C4-C84E-AB38E0134441}"/>
              </a:ext>
            </a:extLst>
          </p:cNvPr>
          <p:cNvSpPr/>
          <p:nvPr/>
        </p:nvSpPr>
        <p:spPr>
          <a:xfrm>
            <a:off x="9780560" y="2900961"/>
            <a:ext cx="105693" cy="10682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DD7E21C-FAA7-F736-D211-AE07F91C297C}"/>
                  </a:ext>
                </a:extLst>
              </p:cNvPr>
              <p:cNvSpPr txBox="1"/>
              <p:nvPr/>
            </p:nvSpPr>
            <p:spPr>
              <a:xfrm>
                <a:off x="608520" y="3333582"/>
                <a:ext cx="7026288" cy="14468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q"/>
                </a:pPr>
                <a:r>
                  <a:rPr lang="ru-RU" sz="2400"/>
                  <a:t>Какое преобразование делает матрица</a:t>
                </a:r>
                <a:r>
                  <a:rPr lang="en-GB" sz="240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sz="2400"/>
                  <a:t>?</a:t>
                </a:r>
              </a:p>
              <a:p>
                <a:pPr marL="342900" indent="-342900">
                  <a:buFont typeface="Wingdings" panose="05000000000000000000" pitchFamily="2" charset="2"/>
                  <a:buChar char="q"/>
                </a:pPr>
                <a:endParaRPr lang="ru-RU" sz="2400"/>
              </a:p>
              <a:p>
                <a:pPr marL="342900" indent="-342900">
                  <a:buFont typeface="Wingdings" panose="05000000000000000000" pitchFamily="2" charset="2"/>
                  <a:buChar char="ü"/>
                </a:pPr>
                <a:r>
                  <a:rPr lang="ru-RU" sz="2400"/>
                  <a:t>Растяжение в 2 раза по отношению к точке </a:t>
                </a:r>
                <a14:m>
                  <m:oMath xmlns:m="http://schemas.openxmlformats.org/officeDocument/2006/math">
                    <m:r>
                      <a:rPr lang="ru-RU" sz="2400" i="1" dirty="0" smtClean="0">
                        <a:latin typeface="Cambria Math" panose="02040503050406030204" pitchFamily="18" charset="0"/>
                      </a:rPr>
                      <m:t>(0,0)</m:t>
                    </m:r>
                  </m:oMath>
                </a14:m>
                <a:r>
                  <a:rPr lang="ru-RU" sz="2400"/>
                  <a:t> </a:t>
                </a:r>
                <a:endParaRPr lang="en-GB" sz="240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DD7E21C-FAA7-F736-D211-AE07F91C29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520" y="3333582"/>
                <a:ext cx="7026288" cy="1446806"/>
              </a:xfrm>
              <a:prstGeom prst="rect">
                <a:avLst/>
              </a:prstGeom>
              <a:blipFill>
                <a:blip r:embed="rId7"/>
                <a:stretch>
                  <a:fillRect l="-1215" b="-8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4878AA39-04D8-E610-BEF1-9B0B75E68118}"/>
              </a:ext>
            </a:extLst>
          </p:cNvPr>
          <p:cNvSpPr/>
          <p:nvPr/>
        </p:nvSpPr>
        <p:spPr>
          <a:xfrm>
            <a:off x="5235380" y="2158024"/>
            <a:ext cx="859530" cy="73900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EBA5974-6B5A-72CC-6CA9-917060FE62F5}"/>
              </a:ext>
            </a:extLst>
          </p:cNvPr>
          <p:cNvSpPr/>
          <p:nvPr/>
        </p:nvSpPr>
        <p:spPr>
          <a:xfrm>
            <a:off x="686674" y="5409900"/>
            <a:ext cx="6947483" cy="57278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004404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14" grpId="0"/>
      <p:bldP spid="15" grpId="0" animBg="1"/>
      <p:bldP spid="16" grpId="0"/>
      <p:bldP spid="17" grpId="0" animBg="1"/>
      <p:bldP spid="17" grpId="1" animBg="1"/>
      <p:bldP spid="18" grpId="0" animBg="1"/>
      <p:bldP spid="18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A68B9E4D-D639-1A84-78B5-140E68817752}"/>
              </a:ext>
            </a:extLst>
          </p:cNvPr>
          <p:cNvSpPr txBox="1"/>
          <p:nvPr/>
        </p:nvSpPr>
        <p:spPr>
          <a:xfrm>
            <a:off x="733794" y="2981297"/>
            <a:ext cx="5912811" cy="92333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ru-RU" b="1"/>
              <a:t>Шаг</a:t>
            </a:r>
            <a:r>
              <a:rPr lang="en-GB" b="1"/>
              <a:t> 2</a:t>
            </a:r>
            <a:r>
              <a:rPr lang="en-GB"/>
              <a:t>: </a:t>
            </a:r>
            <a:r>
              <a:rPr lang="ru-RU"/>
              <a:t>Отметьте на плоскости какую-нибудь точку</a:t>
            </a:r>
            <a:r>
              <a:rPr lang="en-US"/>
              <a:t>/</a:t>
            </a:r>
            <a:r>
              <a:rPr lang="ru-RU"/>
              <a:t>точки </a:t>
            </a:r>
            <a:br>
              <a:rPr lang="ru-RU"/>
            </a:br>
            <a:r>
              <a:rPr lang="ru-RU"/>
              <a:t>(удобно брать вершины единичного квадрата) и ее преобразованную версию</a:t>
            </a:r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CF9102E-E299-C5A6-FD5A-BBAB2714CCE4}"/>
                  </a:ext>
                </a:extLst>
              </p:cNvPr>
              <p:cNvSpPr txBox="1"/>
              <p:nvPr/>
            </p:nvSpPr>
            <p:spPr>
              <a:xfrm>
                <a:off x="733794" y="1864030"/>
                <a:ext cx="3789043" cy="832536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ru-RU" b="1"/>
                  <a:t>Шаг</a:t>
                </a:r>
                <a:r>
                  <a:rPr lang="en-GB" b="1"/>
                  <a:t> 1</a:t>
                </a:r>
                <a:r>
                  <a:rPr lang="en-GB"/>
                  <a:t>: </a:t>
                </a:r>
                <a:r>
                  <a:rPr lang="ru-RU"/>
                  <a:t>Выясните, что происходит </a:t>
                </a:r>
                <a:br>
                  <a:rPr lang="en-US"/>
                </a:br>
                <a:r>
                  <a:rPr lang="ru-RU"/>
                  <a:t>с точкой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/>
                  <a:t> </a:t>
                </a:r>
                <a:r>
                  <a:rPr lang="en-US"/>
                  <a:t>/ </a:t>
                </a:r>
                <a:r>
                  <a:rPr lang="ru-RU"/>
                  <a:t>вектором</a:t>
                </a:r>
                <a:r>
                  <a:rPr lang="en-GB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CF9102E-E299-C5A6-FD5A-BBAB2714CC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794" y="1864030"/>
                <a:ext cx="3789043" cy="832536"/>
              </a:xfrm>
              <a:prstGeom prst="rect">
                <a:avLst/>
              </a:prstGeom>
              <a:blipFill>
                <a:blip r:embed="rId3"/>
                <a:stretch>
                  <a:fillRect l="-1122" t="-36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104E1F1-8FE1-CC4B-E92A-0B27FB8190F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ru-RU"/>
                  <a:t>Что делает матрица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/>
                  <a:t> </a:t>
                </a:r>
                <a:r>
                  <a:rPr lang="en-US"/>
                  <a:t>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104E1F1-8FE1-CC4B-E92A-0B27FB8190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4"/>
                <a:stretch>
                  <a:fillRect l="-2432" b="-5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6079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104E1F1-8FE1-CC4B-E92A-0B27FB8190F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ru-RU"/>
                  <a:t>Что делает матрица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/>
                  <a:t> </a:t>
                </a:r>
                <a:r>
                  <a:rPr lang="en-US"/>
                  <a:t>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104E1F1-8FE1-CC4B-E92A-0B27FB8190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432" b="-5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picture containing logo&#10;&#10;Description automatically generated">
            <a:extLst>
              <a:ext uri="{FF2B5EF4-FFF2-40B4-BE49-F238E27FC236}">
                <a16:creationId xmlns:a16="http://schemas.microsoft.com/office/drawing/2014/main" id="{BA9E1012-C06C-6304-8289-D106438724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928" y="2063988"/>
            <a:ext cx="8968372" cy="4266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561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074E62A5-47F5-9C66-986C-DB2098C20F4B}"/>
              </a:ext>
            </a:extLst>
          </p:cNvPr>
          <p:cNvSpPr/>
          <p:nvPr/>
        </p:nvSpPr>
        <p:spPr bwMode="auto">
          <a:xfrm>
            <a:off x="9824692" y="2407834"/>
            <a:ext cx="854510" cy="835264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5B392E-F994-2D32-9E2C-80CACE263158}"/>
              </a:ext>
            </a:extLst>
          </p:cNvPr>
          <p:cNvSpPr/>
          <p:nvPr/>
        </p:nvSpPr>
        <p:spPr bwMode="auto">
          <a:xfrm>
            <a:off x="9839350" y="1578114"/>
            <a:ext cx="854510" cy="835264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28A402F-EFFA-2226-2D98-B666B76D6A3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ru-RU"/>
                  <a:t>Что делает матрица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/>
                  <a:t> </a:t>
                </a:r>
                <a:r>
                  <a:rPr lang="en-US"/>
                  <a:t>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28A402F-EFFA-2226-2D98-B666B76D6A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32" b="-5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34EAE87-AF8B-E24D-FE9F-8B843716E322}"/>
                  </a:ext>
                </a:extLst>
              </p:cNvPr>
              <p:cNvSpPr txBox="1"/>
              <p:nvPr/>
            </p:nvSpPr>
            <p:spPr>
              <a:xfrm>
                <a:off x="-100688" y="1764928"/>
                <a:ext cx="4320480" cy="8129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2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8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GB" sz="2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2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8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2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2800" b="1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34EAE87-AF8B-E24D-FE9F-8B843716E3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0688" y="1764928"/>
                <a:ext cx="4320480" cy="8129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3C72DD6-15C4-1055-B54A-97D12EBEFAB4}"/>
                  </a:ext>
                </a:extLst>
              </p:cNvPr>
              <p:cNvSpPr txBox="1"/>
              <p:nvPr/>
            </p:nvSpPr>
            <p:spPr>
              <a:xfrm>
                <a:off x="881278" y="3069095"/>
                <a:ext cx="3789043" cy="832536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ru-RU" b="1"/>
                  <a:t>Шаг</a:t>
                </a:r>
                <a:r>
                  <a:rPr lang="en-GB" b="1"/>
                  <a:t> 1</a:t>
                </a:r>
                <a:r>
                  <a:rPr lang="en-GB"/>
                  <a:t>: </a:t>
                </a:r>
                <a:r>
                  <a:rPr lang="ru-RU"/>
                  <a:t>Выясните, что происходит </a:t>
                </a:r>
                <a:br>
                  <a:rPr lang="en-US"/>
                </a:br>
                <a:r>
                  <a:rPr lang="ru-RU"/>
                  <a:t>с точкой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/>
                  <a:t> </a:t>
                </a:r>
                <a:r>
                  <a:rPr lang="en-US"/>
                  <a:t>/ </a:t>
                </a:r>
                <a:r>
                  <a:rPr lang="ru-RU"/>
                  <a:t>вектором</a:t>
                </a:r>
                <a:r>
                  <a:rPr lang="en-GB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3C72DD6-15C4-1055-B54A-97D12EBEFA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278" y="3069095"/>
                <a:ext cx="3789043" cy="832536"/>
              </a:xfrm>
              <a:prstGeom prst="rect">
                <a:avLst/>
              </a:prstGeom>
              <a:blipFill>
                <a:blip r:embed="rId4"/>
                <a:stretch>
                  <a:fillRect l="-1284" t="-28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17E775FD-6A09-3FDD-E4B2-2CC2D642224B}"/>
              </a:ext>
            </a:extLst>
          </p:cNvPr>
          <p:cNvSpPr txBox="1"/>
          <p:nvPr/>
        </p:nvSpPr>
        <p:spPr>
          <a:xfrm>
            <a:off x="881278" y="4315930"/>
            <a:ext cx="5912811" cy="92333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ru-RU" b="1"/>
              <a:t>Шаг</a:t>
            </a:r>
            <a:r>
              <a:rPr lang="en-GB" b="1"/>
              <a:t> 2</a:t>
            </a:r>
            <a:r>
              <a:rPr lang="en-GB"/>
              <a:t>: </a:t>
            </a:r>
            <a:r>
              <a:rPr lang="ru-RU"/>
              <a:t>Отметьте на плоскости какую-нибудь точку</a:t>
            </a:r>
            <a:r>
              <a:rPr lang="en-US"/>
              <a:t>/</a:t>
            </a:r>
            <a:r>
              <a:rPr lang="ru-RU"/>
              <a:t>точки </a:t>
            </a:r>
            <a:br>
              <a:rPr lang="ru-RU"/>
            </a:br>
            <a:r>
              <a:rPr lang="ru-RU"/>
              <a:t>(удобно брать вершины единичного квадрата) и ее преобразованную версию</a:t>
            </a:r>
            <a:endParaRPr lang="en-GB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7C10569-A37B-2E73-E1BA-C85C22BCF51F}"/>
              </a:ext>
            </a:extLst>
          </p:cNvPr>
          <p:cNvCxnSpPr/>
          <p:nvPr/>
        </p:nvCxnSpPr>
        <p:spPr>
          <a:xfrm flipH="1" flipV="1">
            <a:off x="9813408" y="795145"/>
            <a:ext cx="25833" cy="31064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AFE7D94-E1B2-D368-644B-6DCE4DF8B3D2}"/>
              </a:ext>
            </a:extLst>
          </p:cNvPr>
          <p:cNvCxnSpPr/>
          <p:nvPr/>
        </p:nvCxnSpPr>
        <p:spPr>
          <a:xfrm>
            <a:off x="7670152" y="2404108"/>
            <a:ext cx="35926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3BE6EC7-F1D0-4E0B-2BEE-5A6BF24C89A3}"/>
                  </a:ext>
                </a:extLst>
              </p:cNvPr>
              <p:cNvSpPr txBox="1"/>
              <p:nvPr/>
            </p:nvSpPr>
            <p:spPr>
              <a:xfrm>
                <a:off x="9839241" y="537254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3BE6EC7-F1D0-4E0B-2BEE-5A6BF24C89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9241" y="537254"/>
                <a:ext cx="360040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7580781-C126-DA3B-A0CA-1D4A0E3B56EA}"/>
                  </a:ext>
                </a:extLst>
              </p:cNvPr>
              <p:cNvSpPr txBox="1"/>
              <p:nvPr/>
            </p:nvSpPr>
            <p:spPr>
              <a:xfrm>
                <a:off x="10573811" y="1278514"/>
                <a:ext cx="7200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1,1</m:t>
                          </m:r>
                        </m:e>
                      </m:d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7580781-C126-DA3B-A0CA-1D4A0E3B5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3811" y="1278514"/>
                <a:ext cx="72008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val 11">
            <a:extLst>
              <a:ext uri="{FF2B5EF4-FFF2-40B4-BE49-F238E27FC236}">
                <a16:creationId xmlns:a16="http://schemas.microsoft.com/office/drawing/2014/main" id="{A6A4D9C2-FABB-520A-551D-E1A2447CD9A5}"/>
              </a:ext>
            </a:extLst>
          </p:cNvPr>
          <p:cNvSpPr/>
          <p:nvPr/>
        </p:nvSpPr>
        <p:spPr>
          <a:xfrm>
            <a:off x="10620098" y="1533860"/>
            <a:ext cx="105693" cy="106822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1EE6D24-B97E-6748-EFB4-8870E93D910C}"/>
                  </a:ext>
                </a:extLst>
              </p:cNvPr>
              <p:cNvSpPr txBox="1"/>
              <p:nvPr/>
            </p:nvSpPr>
            <p:spPr>
              <a:xfrm>
                <a:off x="7659218" y="4335281"/>
                <a:ext cx="3887689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000"/>
                  <a:t>Преобразование</a:t>
                </a:r>
                <a:r>
                  <a:rPr lang="en-GB" sz="2000"/>
                  <a:t>:</a:t>
                </a:r>
              </a:p>
              <a:p>
                <a:r>
                  <a:rPr lang="ru-RU" sz="2000"/>
                  <a:t>Поворот на</a:t>
                </a:r>
                <a:r>
                  <a:rPr lang="en-GB" sz="2000"/>
                  <a:t>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90°</m:t>
                    </m:r>
                  </m:oMath>
                </a14:m>
                <a:r>
                  <a:rPr lang="en-GB" sz="2000"/>
                  <a:t> </a:t>
                </a:r>
                <a:r>
                  <a:rPr lang="ru-RU" sz="2000"/>
                  <a:t>по часовой стрелке относительно точки </a:t>
                </a:r>
                <a14:m>
                  <m:oMath xmlns:m="http://schemas.openxmlformats.org/officeDocument/2006/math"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(0,0)</m:t>
                    </m:r>
                  </m:oMath>
                </a14:m>
                <a:endParaRPr lang="en-GB" sz="200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1EE6D24-B97E-6748-EFB4-8870E93D91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9218" y="4335281"/>
                <a:ext cx="3887689" cy="1015663"/>
              </a:xfrm>
              <a:prstGeom prst="rect">
                <a:avLst/>
              </a:prstGeom>
              <a:blipFill>
                <a:blip r:embed="rId7"/>
                <a:stretch>
                  <a:fillRect l="-1567" t="-2994" b="-9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9469BD22-6E8E-3A3D-239A-38047ACB5249}"/>
              </a:ext>
            </a:extLst>
          </p:cNvPr>
          <p:cNvSpPr/>
          <p:nvPr/>
        </p:nvSpPr>
        <p:spPr>
          <a:xfrm>
            <a:off x="5642225" y="1758527"/>
            <a:ext cx="1017488" cy="9358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4201595-F363-0114-7392-0AD0B3EF79CB}"/>
                  </a:ext>
                </a:extLst>
              </p:cNvPr>
              <p:cNvSpPr txBox="1"/>
              <p:nvPr/>
            </p:nvSpPr>
            <p:spPr>
              <a:xfrm>
                <a:off x="11186867" y="2219442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4201595-F363-0114-7392-0AD0B3EF79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86867" y="2219442"/>
                <a:ext cx="36004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E0565B39-DF7F-E44A-1B84-8B6F70D65B2C}"/>
              </a:ext>
            </a:extLst>
          </p:cNvPr>
          <p:cNvSpPr/>
          <p:nvPr/>
        </p:nvSpPr>
        <p:spPr>
          <a:xfrm>
            <a:off x="7496552" y="6380832"/>
            <a:ext cx="3789043" cy="6582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CBB05B6-8979-5871-867A-0E5FD92D1A04}"/>
              </a:ext>
            </a:extLst>
          </p:cNvPr>
          <p:cNvSpPr/>
          <p:nvPr/>
        </p:nvSpPr>
        <p:spPr>
          <a:xfrm>
            <a:off x="10620098" y="2338956"/>
            <a:ext cx="105693" cy="10682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145F1F1-F814-7774-B157-7CB18F114066}"/>
              </a:ext>
            </a:extLst>
          </p:cNvPr>
          <p:cNvSpPr/>
          <p:nvPr/>
        </p:nvSpPr>
        <p:spPr>
          <a:xfrm>
            <a:off x="9773477" y="1524270"/>
            <a:ext cx="105693" cy="106822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6FC14B8-C188-26F3-786A-BC8C905432DB}"/>
              </a:ext>
            </a:extLst>
          </p:cNvPr>
          <p:cNvSpPr/>
          <p:nvPr/>
        </p:nvSpPr>
        <p:spPr>
          <a:xfrm>
            <a:off x="9778103" y="2355165"/>
            <a:ext cx="105693" cy="10682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3CAE1F1-3A52-0413-C561-E3BB2B7E26C2}"/>
                  </a:ext>
                </a:extLst>
              </p:cNvPr>
              <p:cNvSpPr txBox="1"/>
              <p:nvPr/>
            </p:nvSpPr>
            <p:spPr>
              <a:xfrm>
                <a:off x="10511342" y="2444888"/>
                <a:ext cx="7200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1,0</m:t>
                          </m:r>
                        </m:e>
                      </m:d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3CAE1F1-3A52-0413-C561-E3BB2B7E26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1342" y="2444888"/>
                <a:ext cx="72008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834CEF0-29D3-32FF-ED10-F512A269B4A8}"/>
                  </a:ext>
                </a:extLst>
              </p:cNvPr>
              <p:cNvSpPr txBox="1"/>
              <p:nvPr/>
            </p:nvSpPr>
            <p:spPr>
              <a:xfrm>
                <a:off x="9119608" y="1349608"/>
                <a:ext cx="7200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834CEF0-29D3-32FF-ED10-F512A269B4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9608" y="1349608"/>
                <a:ext cx="720080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D3438F9-B2B7-9C4F-AE45-FACC168F69F9}"/>
                  </a:ext>
                </a:extLst>
              </p:cNvPr>
              <p:cNvSpPr txBox="1"/>
              <p:nvPr/>
            </p:nvSpPr>
            <p:spPr>
              <a:xfrm>
                <a:off x="9119385" y="2439097"/>
                <a:ext cx="7200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D3438F9-B2B7-9C4F-AE45-FACC168F69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9385" y="2439097"/>
                <a:ext cx="72008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Oval 26">
            <a:extLst>
              <a:ext uri="{FF2B5EF4-FFF2-40B4-BE49-F238E27FC236}">
                <a16:creationId xmlns:a16="http://schemas.microsoft.com/office/drawing/2014/main" id="{225FA1BE-C630-5C9E-773F-63337018E1FC}"/>
              </a:ext>
            </a:extLst>
          </p:cNvPr>
          <p:cNvSpPr/>
          <p:nvPr/>
        </p:nvSpPr>
        <p:spPr>
          <a:xfrm>
            <a:off x="10606808" y="3168517"/>
            <a:ext cx="105693" cy="106822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070C0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4F5F526-03C8-E3E4-99E2-5C28DB8514B0}"/>
              </a:ext>
            </a:extLst>
          </p:cNvPr>
          <p:cNvSpPr/>
          <p:nvPr/>
        </p:nvSpPr>
        <p:spPr>
          <a:xfrm>
            <a:off x="9771845" y="3177559"/>
            <a:ext cx="105693" cy="10682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393B9CD-8252-7167-38EE-A634ED37C3E4}"/>
              </a:ext>
            </a:extLst>
          </p:cNvPr>
          <p:cNvSpPr/>
          <p:nvPr/>
        </p:nvSpPr>
        <p:spPr>
          <a:xfrm>
            <a:off x="10626957" y="2338332"/>
            <a:ext cx="105693" cy="106822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Arrow: Curved Left 30">
            <a:extLst>
              <a:ext uri="{FF2B5EF4-FFF2-40B4-BE49-F238E27FC236}">
                <a16:creationId xmlns:a16="http://schemas.microsoft.com/office/drawing/2014/main" id="{941F812C-37FC-DA3A-98A6-1BAEF18EDC32}"/>
              </a:ext>
            </a:extLst>
          </p:cNvPr>
          <p:cNvSpPr/>
          <p:nvPr/>
        </p:nvSpPr>
        <p:spPr bwMode="auto">
          <a:xfrm>
            <a:off x="10748441" y="1506982"/>
            <a:ext cx="485884" cy="1812127"/>
          </a:xfrm>
          <a:prstGeom prst="curvedLeftArrow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endParaRPr lang="en-US" sz="2400" b="1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2" name="Arrow: Curved Left 31">
            <a:extLst>
              <a:ext uri="{FF2B5EF4-FFF2-40B4-BE49-F238E27FC236}">
                <a16:creationId xmlns:a16="http://schemas.microsoft.com/office/drawing/2014/main" id="{05CE65BB-B82A-A992-E49A-A76EAAFA5239}"/>
              </a:ext>
            </a:extLst>
          </p:cNvPr>
          <p:cNvSpPr/>
          <p:nvPr/>
        </p:nvSpPr>
        <p:spPr bwMode="auto">
          <a:xfrm rot="18843247">
            <a:off x="10245895" y="1126064"/>
            <a:ext cx="485884" cy="1335440"/>
          </a:xfrm>
          <a:prstGeom prst="curvedLeftArrow">
            <a:avLst/>
          </a:prstGeom>
          <a:solidFill>
            <a:srgbClr val="FF846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endParaRPr lang="en-US" sz="2400" b="1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3" name="Arrow: Curved Left 32">
            <a:extLst>
              <a:ext uri="{FF2B5EF4-FFF2-40B4-BE49-F238E27FC236}">
                <a16:creationId xmlns:a16="http://schemas.microsoft.com/office/drawing/2014/main" id="{BD49193A-A868-E761-2AB2-1891C008DAE8}"/>
              </a:ext>
            </a:extLst>
          </p:cNvPr>
          <p:cNvSpPr/>
          <p:nvPr/>
        </p:nvSpPr>
        <p:spPr bwMode="auto">
          <a:xfrm rot="2771056">
            <a:off x="10176211" y="2360142"/>
            <a:ext cx="485884" cy="1335440"/>
          </a:xfrm>
          <a:prstGeom prst="curvedLeftArrow">
            <a:avLst/>
          </a:prstGeom>
          <a:solidFill>
            <a:srgbClr val="FF0000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endParaRPr lang="en-US" sz="2400" b="1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7005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  <p:bldLst>
      <p:bldP spid="30" grpId="0" animBg="1"/>
      <p:bldP spid="20" grpId="0" animBg="1"/>
      <p:bldP spid="16" grpId="0" animBg="1"/>
      <p:bldP spid="19" grpId="0" animBg="1"/>
      <p:bldP spid="27" grpId="0" animBg="1"/>
      <p:bldP spid="28" grpId="0" animBg="1"/>
      <p:bldP spid="29" grpId="0" animBg="1"/>
      <p:bldP spid="31" grpId="0" animBg="1"/>
      <p:bldP spid="32" grpId="0" animBg="1"/>
      <p:bldP spid="3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A402F-EFFA-2226-2D98-B666B76D6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Что делают эти матрицы</a:t>
            </a:r>
            <a:r>
              <a:rPr lang="en-US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825CE4-B5D2-44E2-62B8-BCE4F285C673}"/>
                  </a:ext>
                </a:extLst>
              </p:cNvPr>
              <p:cNvSpPr txBox="1"/>
              <p:nvPr/>
            </p:nvSpPr>
            <p:spPr>
              <a:xfrm>
                <a:off x="646052" y="1481264"/>
                <a:ext cx="2016224" cy="8107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280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825CE4-B5D2-44E2-62B8-BCE4F285C6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052" y="1481264"/>
                <a:ext cx="2016224" cy="8107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9836223-551D-6C86-2425-38A82EA557E2}"/>
                  </a:ext>
                </a:extLst>
              </p:cNvPr>
              <p:cNvSpPr txBox="1"/>
              <p:nvPr/>
            </p:nvSpPr>
            <p:spPr>
              <a:xfrm>
                <a:off x="685961" y="2501876"/>
                <a:ext cx="2016224" cy="8107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280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9836223-551D-6C86-2425-38A82EA557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961" y="2501876"/>
                <a:ext cx="2016224" cy="8107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7F0F257-E3B0-DD20-BA9F-41C71F8B9387}"/>
                  </a:ext>
                </a:extLst>
              </p:cNvPr>
              <p:cNvSpPr txBox="1"/>
              <p:nvPr/>
            </p:nvSpPr>
            <p:spPr>
              <a:xfrm>
                <a:off x="533963" y="3564158"/>
                <a:ext cx="2016224" cy="8107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280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7F0F257-E3B0-DD20-BA9F-41C71F8B93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963" y="3564158"/>
                <a:ext cx="2016224" cy="8107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5E6511F-3250-F757-1631-2C19DA38E612}"/>
                  </a:ext>
                </a:extLst>
              </p:cNvPr>
              <p:cNvSpPr txBox="1"/>
              <p:nvPr/>
            </p:nvSpPr>
            <p:spPr>
              <a:xfrm>
                <a:off x="5792707" y="2473671"/>
                <a:ext cx="1584362" cy="8107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280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5E6511F-3250-F757-1631-2C19DA38E6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2707" y="2473671"/>
                <a:ext cx="1584362" cy="810799"/>
              </a:xfrm>
              <a:prstGeom prst="rect">
                <a:avLst/>
              </a:prstGeom>
              <a:blipFill>
                <a:blip r:embed="rId5"/>
                <a:stretch>
                  <a:fillRect r="-6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CA35250-6733-1102-606F-F2F845C1A4CD}"/>
                  </a:ext>
                </a:extLst>
              </p:cNvPr>
              <p:cNvSpPr txBox="1"/>
              <p:nvPr/>
            </p:nvSpPr>
            <p:spPr>
              <a:xfrm>
                <a:off x="5533406" y="1422400"/>
                <a:ext cx="2016224" cy="8107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280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CA35250-6733-1102-606F-F2F845C1A4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3406" y="1422400"/>
                <a:ext cx="2016224" cy="8107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02EC97F-768E-A1C0-5F4E-0B2A1FAD89D3}"/>
                  </a:ext>
                </a:extLst>
              </p:cNvPr>
              <p:cNvSpPr txBox="1"/>
              <p:nvPr/>
            </p:nvSpPr>
            <p:spPr>
              <a:xfrm>
                <a:off x="5873070" y="3521522"/>
                <a:ext cx="1413924" cy="8107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280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02EC97F-768E-A1C0-5F4E-0B2A1FAD89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3070" y="3521522"/>
                <a:ext cx="1413924" cy="810799"/>
              </a:xfrm>
              <a:prstGeom prst="rect">
                <a:avLst/>
              </a:prstGeom>
              <a:blipFill>
                <a:blip r:embed="rId7"/>
                <a:stretch>
                  <a:fillRect r="-8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54AF6F2E-B448-CE6A-0DF4-6790644E8A25}"/>
                  </a:ext>
                </a:extLst>
              </p:cNvPr>
              <p:cNvSpPr/>
              <p:nvPr/>
            </p:nvSpPr>
            <p:spPr>
              <a:xfrm>
                <a:off x="7606076" y="3615554"/>
                <a:ext cx="3637327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/>
                  <a:t>Поворот на</a:t>
                </a:r>
                <a:r>
                  <a:rPr lang="en-GB"/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90°</m:t>
                    </m:r>
                  </m:oMath>
                </a14:m>
                <a:r>
                  <a:rPr lang="en-GB"/>
                  <a:t> </a:t>
                </a:r>
                <a:r>
                  <a:rPr lang="ru-RU"/>
                  <a:t>по часовой стрелке относительно точки </a:t>
                </a:r>
                <a14:m>
                  <m:oMath xmlns:m="http://schemas.openxmlformats.org/officeDocument/2006/math">
                    <m:r>
                      <a:rPr lang="ru-RU" i="1" dirty="0">
                        <a:latin typeface="Cambria Math" panose="02040503050406030204" pitchFamily="18" charset="0"/>
                      </a:rPr>
                      <m:t>(0,0)</m:t>
                    </m:r>
                  </m:oMath>
                </a14:m>
                <a:endParaRPr lang="en-GB"/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54AF6F2E-B448-CE6A-0DF4-6790644E8A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6076" y="3615554"/>
                <a:ext cx="3637327" cy="646331"/>
              </a:xfrm>
              <a:prstGeom prst="rect">
                <a:avLst/>
              </a:prstGeom>
              <a:blipFill>
                <a:blip r:embed="rId8"/>
                <a:stretch>
                  <a:fillRect l="-1510" t="-4717" r="-2349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B0C0C5FF-B555-3E01-0DBE-82C921FAAFB0}"/>
                  </a:ext>
                </a:extLst>
              </p:cNvPr>
              <p:cNvSpPr/>
              <p:nvPr/>
            </p:nvSpPr>
            <p:spPr>
              <a:xfrm>
                <a:off x="7532118" y="1464236"/>
                <a:ext cx="3708820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/>
                  <a:t>Поворот на</a:t>
                </a:r>
                <a:r>
                  <a:rPr lang="en-GB"/>
                  <a:t> </a:t>
                </a:r>
                <a14:m>
                  <m:oMath xmlns:m="http://schemas.openxmlformats.org/officeDocument/2006/math">
                    <m:r>
                      <a:rPr lang="en-GB" b="0" i="1">
                        <a:latin typeface="Cambria Math" panose="02040503050406030204" pitchFamily="18" charset="0"/>
                      </a:rPr>
                      <m:t>90°</m:t>
                    </m:r>
                  </m:oMath>
                </a14:m>
                <a:r>
                  <a:rPr lang="en-GB"/>
                  <a:t> </a:t>
                </a:r>
                <a:r>
                  <a:rPr lang="ru-RU"/>
                  <a:t>против часовой стрелки относительно точки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(0,0)</m:t>
                    </m:r>
                  </m:oMath>
                </a14:m>
                <a:endParaRPr lang="en-GB"/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B0C0C5FF-B555-3E01-0DBE-82C921FAAF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2118" y="1464236"/>
                <a:ext cx="3708820" cy="646331"/>
              </a:xfrm>
              <a:prstGeom prst="rect">
                <a:avLst/>
              </a:prstGeom>
              <a:blipFill>
                <a:blip r:embed="rId9"/>
                <a:stretch>
                  <a:fillRect l="-1480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A399DE70-19AA-9EF5-4241-6BDFBCBB3E52}"/>
                  </a:ext>
                </a:extLst>
              </p:cNvPr>
              <p:cNvSpPr/>
              <p:nvPr/>
            </p:nvSpPr>
            <p:spPr>
              <a:xfrm>
                <a:off x="2619641" y="3664644"/>
                <a:ext cx="3258556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/>
                  <a:t>Зеркальное отражение относительно прямой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GB"/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A399DE70-19AA-9EF5-4241-6BDFBCBB3E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9641" y="3664644"/>
                <a:ext cx="3258556" cy="646331"/>
              </a:xfrm>
              <a:prstGeom prst="rect">
                <a:avLst/>
              </a:prstGeom>
              <a:blipFill>
                <a:blip r:embed="rId10"/>
                <a:stretch>
                  <a:fillRect l="-1685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DD0D1ED-B105-3A5D-2BF2-F9F5658E9677}"/>
                  </a:ext>
                </a:extLst>
              </p:cNvPr>
              <p:cNvSpPr txBox="1"/>
              <p:nvPr/>
            </p:nvSpPr>
            <p:spPr>
              <a:xfrm>
                <a:off x="5641274" y="4632687"/>
                <a:ext cx="2016224" cy="8107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280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DD0D1ED-B105-3A5D-2BF2-F9F5658E96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1274" y="4632687"/>
                <a:ext cx="2016224" cy="8107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>
            <a:extLst>
              <a:ext uri="{FF2B5EF4-FFF2-40B4-BE49-F238E27FC236}">
                <a16:creationId xmlns:a16="http://schemas.microsoft.com/office/drawing/2014/main" id="{C82AA5E7-3F3A-CB36-3058-A5456A0DEBBB}"/>
              </a:ext>
            </a:extLst>
          </p:cNvPr>
          <p:cNvSpPr/>
          <p:nvPr/>
        </p:nvSpPr>
        <p:spPr>
          <a:xfrm>
            <a:off x="7657498" y="4853420"/>
            <a:ext cx="10080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/>
              <a:t>Ничего!</a:t>
            </a:r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D79E0E42-E3A4-E8B9-4861-57EC555F8F08}"/>
                  </a:ext>
                </a:extLst>
              </p:cNvPr>
              <p:cNvSpPr/>
              <p:nvPr/>
            </p:nvSpPr>
            <p:spPr>
              <a:xfrm>
                <a:off x="7746292" y="2584361"/>
                <a:ext cx="2909416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/>
                  <a:t>Поворот на</a:t>
                </a:r>
                <a:r>
                  <a:rPr lang="en-GB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180°</m:t>
                    </m:r>
                  </m:oMath>
                </a14:m>
                <a:r>
                  <a:rPr lang="en-GB"/>
                  <a:t> </a:t>
                </a:r>
                <a:r>
                  <a:rPr lang="ru-RU"/>
                  <a:t>относительно точки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(0,0)</m:t>
                    </m:r>
                  </m:oMath>
                </a14:m>
                <a:endParaRPr lang="en-GB"/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D79E0E42-E3A4-E8B9-4861-57EC555F8F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6292" y="2584361"/>
                <a:ext cx="2909416" cy="646331"/>
              </a:xfrm>
              <a:prstGeom prst="rect">
                <a:avLst/>
              </a:prstGeom>
              <a:blipFill>
                <a:blip r:embed="rId12"/>
                <a:stretch>
                  <a:fillRect l="-1887" t="-566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C01513A6-AA7E-39E4-555F-435EFE9B785D}"/>
                  </a:ext>
                </a:extLst>
              </p:cNvPr>
              <p:cNvSpPr/>
              <p:nvPr/>
            </p:nvSpPr>
            <p:spPr>
              <a:xfrm>
                <a:off x="2706439" y="2535856"/>
                <a:ext cx="300598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/>
                  <a:t>Зеркальное отражение относительно прямой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GB"/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C01513A6-AA7E-39E4-555F-435EFE9B78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6439" y="2535856"/>
                <a:ext cx="3005985" cy="646331"/>
              </a:xfrm>
              <a:prstGeom prst="rect">
                <a:avLst/>
              </a:prstGeom>
              <a:blipFill>
                <a:blip r:embed="rId13"/>
                <a:stretch>
                  <a:fillRect l="-1826" t="-566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7F9B4067-9F96-8CB0-4764-036E17305A22}"/>
                  </a:ext>
                </a:extLst>
              </p:cNvPr>
              <p:cNvSpPr/>
              <p:nvPr/>
            </p:nvSpPr>
            <p:spPr>
              <a:xfrm>
                <a:off x="2964002" y="1139604"/>
                <a:ext cx="3130737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/>
                  <a:t>Зеркальное отражение относительно</a:t>
                </a:r>
                <a:r>
                  <a:rPr lang="en-GB"/>
                  <a:t> </a:t>
                </a:r>
                <a:r>
                  <a:rPr lang="ru-RU"/>
                  <a:t>прямой</a:t>
                </a:r>
                <a:r>
                  <a:rPr lang="en-GB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GB"/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7F9B4067-9F96-8CB0-4764-036E17305A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4002" y="1139604"/>
                <a:ext cx="3130737" cy="646331"/>
              </a:xfrm>
              <a:prstGeom prst="rect">
                <a:avLst/>
              </a:prstGeom>
              <a:blipFill>
                <a:blip r:embed="rId14"/>
                <a:stretch>
                  <a:fillRect l="-1556" t="-566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ectangle 31">
            <a:extLst>
              <a:ext uri="{FF2B5EF4-FFF2-40B4-BE49-F238E27FC236}">
                <a16:creationId xmlns:a16="http://schemas.microsoft.com/office/drawing/2014/main" id="{D4F7DE87-2713-E88F-A4D5-85D0C043C5B8}"/>
              </a:ext>
            </a:extLst>
          </p:cNvPr>
          <p:cNvSpPr/>
          <p:nvPr/>
        </p:nvSpPr>
        <p:spPr>
          <a:xfrm>
            <a:off x="2961924" y="1110354"/>
            <a:ext cx="2902153" cy="6310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3731EC3-A87F-C710-B384-890956A59154}"/>
              </a:ext>
            </a:extLst>
          </p:cNvPr>
          <p:cNvSpPr/>
          <p:nvPr/>
        </p:nvSpPr>
        <p:spPr>
          <a:xfrm>
            <a:off x="2752917" y="2496453"/>
            <a:ext cx="2905678" cy="6310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C89CC6E-6F89-8442-F5A3-203D55BEAC7D}"/>
              </a:ext>
            </a:extLst>
          </p:cNvPr>
          <p:cNvSpPr/>
          <p:nvPr/>
        </p:nvSpPr>
        <p:spPr>
          <a:xfrm>
            <a:off x="7746580" y="4722689"/>
            <a:ext cx="3606303" cy="6310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BCED3B9-D196-2996-5674-918AA0997E07}"/>
              </a:ext>
            </a:extLst>
          </p:cNvPr>
          <p:cNvSpPr/>
          <p:nvPr/>
        </p:nvSpPr>
        <p:spPr>
          <a:xfrm>
            <a:off x="2622181" y="3767215"/>
            <a:ext cx="2902153" cy="65501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3C3DFB9-5C6D-602C-7733-ADBFB1677BD0}"/>
              </a:ext>
            </a:extLst>
          </p:cNvPr>
          <p:cNvSpPr/>
          <p:nvPr/>
        </p:nvSpPr>
        <p:spPr>
          <a:xfrm>
            <a:off x="7601609" y="2595579"/>
            <a:ext cx="3637326" cy="63105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8941AE3-82B8-6A36-7DC9-83B57C744101}"/>
              </a:ext>
            </a:extLst>
          </p:cNvPr>
          <p:cNvSpPr/>
          <p:nvPr/>
        </p:nvSpPr>
        <p:spPr>
          <a:xfrm>
            <a:off x="7529997" y="1424714"/>
            <a:ext cx="3585906" cy="69652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C259C6A-9E9F-D64A-93C3-E1C5CE097131}"/>
              </a:ext>
            </a:extLst>
          </p:cNvPr>
          <p:cNvSpPr/>
          <p:nvPr/>
        </p:nvSpPr>
        <p:spPr>
          <a:xfrm>
            <a:off x="7599732" y="3641620"/>
            <a:ext cx="3585905" cy="60821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945464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49781-E7B1-DCCF-2ABD-C430DF099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Матрица поворота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EDB9C07-AD1E-515A-9E42-D082CF8A3E95}"/>
                  </a:ext>
                </a:extLst>
              </p:cNvPr>
              <p:cNvSpPr>
                <a:spLocks noGrp="1"/>
              </p:cNvSpPr>
              <p:nvPr>
                <p:ph type="body" sz="quarter" idx="16"/>
              </p:nvPr>
            </p:nvSpPr>
            <p:spPr>
              <a:xfrm>
                <a:off x="457200" y="1530928"/>
                <a:ext cx="9512710" cy="924227"/>
              </a:xfrm>
            </p:spPr>
            <p:txBody>
              <a:bodyPr/>
              <a:lstStyle/>
              <a:p>
                <a:r>
                  <a:rPr lang="ru-RU"/>
                  <a:t>Как будет выглядеть матрица поворачивающая на угол 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ru-RU"/>
                  <a:t> против часовой стрелки</a:t>
                </a:r>
                <a:r>
                  <a:rPr lang="en-US"/>
                  <a:t>?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EDB9C07-AD1E-515A-9E42-D082CF8A3E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6"/>
              </p:nvPr>
            </p:nvSpPr>
            <p:spPr>
              <a:xfrm>
                <a:off x="457200" y="1530928"/>
                <a:ext cx="9512710" cy="924227"/>
              </a:xfrm>
              <a:blipFill>
                <a:blip r:embed="rId3"/>
                <a:stretch>
                  <a:fillRect l="-2051" t="-9211" b="-230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Chart, line chart&#10;&#10;Description automatically generated">
            <a:extLst>
              <a:ext uri="{FF2B5EF4-FFF2-40B4-BE49-F238E27FC236}">
                <a16:creationId xmlns:a16="http://schemas.microsoft.com/office/drawing/2014/main" id="{7B9A8506-495C-4AEE-151E-CFE6CF6836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4667" y="2189367"/>
            <a:ext cx="3181350" cy="3305175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4FF81F99-17FE-1B05-F618-032E3B6C16FE}"/>
              </a:ext>
            </a:extLst>
          </p:cNvPr>
          <p:cNvGrpSpPr/>
          <p:nvPr/>
        </p:nvGrpSpPr>
        <p:grpSpPr>
          <a:xfrm>
            <a:off x="457200" y="2966886"/>
            <a:ext cx="9512710" cy="845451"/>
            <a:chOff x="457200" y="2966886"/>
            <a:chExt cx="9512710" cy="845451"/>
          </a:xfrm>
        </p:grpSpPr>
        <p:sp>
          <p:nvSpPr>
            <p:cNvPr id="6" name="Text Placeholder 2">
              <a:extLst>
                <a:ext uri="{FF2B5EF4-FFF2-40B4-BE49-F238E27FC236}">
                  <a16:creationId xmlns:a16="http://schemas.microsoft.com/office/drawing/2014/main" id="{1C8FE3FA-6E95-6572-F9AA-9603186A4145}"/>
                </a:ext>
              </a:extLst>
            </p:cNvPr>
            <p:cNvSpPr txBox="1">
              <a:spLocks/>
            </p:cNvSpPr>
            <p:nvPr/>
          </p:nvSpPr>
          <p:spPr>
            <a:xfrm>
              <a:off x="457200" y="2966886"/>
              <a:ext cx="9512710" cy="45025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457200" indent="-45720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Font typeface="Wingdings" panose="05000000000000000000" pitchFamily="2" charset="2"/>
                <a:buChar char="q"/>
                <a:defRPr sz="2800" b="0" i="0" kern="1200">
                  <a:solidFill>
                    <a:schemeClr val="tx1"/>
                  </a:solidFill>
                  <a:latin typeface="+mn-lt"/>
                  <a:ea typeface="Calibri" panose="020F0502020204030204" pitchFamily="34" charset="0"/>
                  <a:cs typeface="Calibri Light" panose="020F0302020204030204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Font typeface="Wingdings" panose="05000000000000000000" pitchFamily="2" charset="2"/>
                <a:buChar char="Ø"/>
                <a:defRPr sz="2400" b="0" i="0" kern="1200">
                  <a:solidFill>
                    <a:schemeClr val="tx1"/>
                  </a:solidFill>
                  <a:latin typeface="+mn-lt"/>
                  <a:ea typeface="Calibri" panose="020F0502020204030204" pitchFamily="34" charset="0"/>
                  <a:cs typeface="Calibri" panose="020F0502020204030204" pitchFamily="34" charset="0"/>
                </a:defRPr>
              </a:lvl2pPr>
              <a:lvl3pPr marL="1143000" indent="-22860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Font typeface="Wingdings" panose="05000000000000000000" pitchFamily="2" charset="2"/>
                <a:buChar char="§"/>
                <a:defRPr sz="2000" b="0" i="0" kern="1200">
                  <a:solidFill>
                    <a:schemeClr val="tx1"/>
                  </a:solidFill>
                  <a:latin typeface="+mn-lt"/>
                  <a:ea typeface="Calibri" panose="020F0502020204030204" pitchFamily="34" charset="0"/>
                  <a:cs typeface="Calibri" panose="020F0502020204030204" pitchFamily="34" charset="0"/>
                </a:defRPr>
              </a:lvl3pPr>
              <a:lvl4pPr marL="1600200" indent="-22860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1200" b="0" i="0" kern="1200">
                  <a:solidFill>
                    <a:schemeClr val="tx1"/>
                  </a:solidFill>
                  <a:latin typeface="+mn-lt"/>
                  <a:ea typeface="Calibri" panose="020F0502020204030204" pitchFamily="34" charset="0"/>
                  <a:cs typeface="Calibri" panose="020F0502020204030204" pitchFamily="34" charset="0"/>
                </a:defRPr>
              </a:lvl4pPr>
              <a:lvl5pPr marL="2057400" indent="-22860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1200" b="0" i="0" kern="1200">
                  <a:solidFill>
                    <a:schemeClr val="tx1"/>
                  </a:solidFill>
                  <a:latin typeface="+mn-lt"/>
                  <a:ea typeface="Calibri" panose="020F0502020204030204" pitchFamily="34" charset="0"/>
                  <a:cs typeface="Calibri" panose="020F050202020403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 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A41B980-8879-37B9-0394-079215646638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85" y="3021937"/>
              <a:ext cx="2432610" cy="790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01124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6A692-6AD2-751B-CBFF-613B29957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Композиция операторов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3D14FC6-664C-CDE1-ABF9-12D244F3B962}"/>
                  </a:ext>
                </a:extLst>
              </p:cNvPr>
              <p:cNvSpPr>
                <a:spLocks noGrp="1"/>
              </p:cNvSpPr>
              <p:nvPr>
                <p:ph type="body" sz="quarter" idx="16"/>
              </p:nvPr>
            </p:nvSpPr>
            <p:spPr>
              <a:xfrm>
                <a:off x="457200" y="1530928"/>
                <a:ext cx="6426858" cy="5119222"/>
              </a:xfrm>
            </p:spPr>
            <p:txBody>
              <a:bodyPr/>
              <a:lstStyle/>
              <a:p>
                <a:r>
                  <a:rPr lang="ru-RU"/>
                  <a:t>На матрицу</a:t>
                </a:r>
                <a:r>
                  <a:rPr lang="en-US"/>
                  <a:t>/</a:t>
                </a:r>
                <a:r>
                  <a:rPr lang="ru-RU"/>
                  <a:t>вектор</a:t>
                </a:r>
                <a:r>
                  <a:rPr lang="en-US"/>
                  <a:t>/</a:t>
                </a:r>
                <a:r>
                  <a:rPr lang="ru-RU"/>
                  <a:t>точку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/>
                  <a:t> </a:t>
                </a:r>
                <a:r>
                  <a:rPr lang="ru-RU"/>
                  <a:t>подействовали</a:t>
                </a:r>
              </a:p>
              <a:p>
                <a:pPr lvl="1"/>
                <a:r>
                  <a:rPr lang="ru-RU"/>
                  <a:t>сначала матрицей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/>
                  <a:t>, </a:t>
                </a:r>
                <a:endParaRPr lang="ru-RU"/>
              </a:p>
              <a:p>
                <a:pPr lvl="1"/>
                <a:r>
                  <a:rPr lang="ru-RU"/>
                  <a:t>а потом матрицей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/>
              </a:p>
              <a:p>
                <a:r>
                  <a:rPr lang="ru-RU"/>
                  <a:t>Таким образом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/>
                  <a:t> </a:t>
                </a:r>
                <a:r>
                  <a:rPr lang="ru-RU"/>
                  <a:t>превратится в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ru-RU"/>
                  <a:t>  </a:t>
                </a:r>
              </a:p>
              <a:p>
                <a:r>
                  <a:rPr lang="ru-RU"/>
                  <a:t>Что есть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/>
                  <a:t>?</a:t>
                </a:r>
              </a:p>
              <a:p>
                <a:r>
                  <a:rPr lang="ru-RU"/>
                  <a:t>Какой матрицей надо подействовать на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ru-RU"/>
                  <a:t>, чтобы сразу превратить ее в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/>
                  <a:t>?</a:t>
                </a:r>
                <a:endParaRPr lang="ru-RU"/>
              </a:p>
              <a:p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3D14FC6-664C-CDE1-ABF9-12D244F3B9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6"/>
              </p:nvPr>
            </p:nvSpPr>
            <p:spPr>
              <a:xfrm>
                <a:off x="457200" y="1530928"/>
                <a:ext cx="6426858" cy="5119222"/>
              </a:xfrm>
              <a:blipFill>
                <a:blip r:embed="rId2"/>
                <a:stretch>
                  <a:fillRect l="-3036" t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F06DD20-A210-4BD4-99B7-F5F2D8609D32}"/>
                  </a:ext>
                </a:extLst>
              </p:cNvPr>
              <p:cNvSpPr txBox="1"/>
              <p:nvPr/>
            </p:nvSpPr>
            <p:spPr>
              <a:xfrm>
                <a:off x="5763337" y="1959597"/>
                <a:ext cx="72008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GB" sz="360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F06DD20-A210-4BD4-99B7-F5F2D8609D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337" y="1959597"/>
                <a:ext cx="720080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437493D-C0A6-149C-EA06-2FB4956572B6}"/>
                  </a:ext>
                </a:extLst>
              </p:cNvPr>
              <p:cNvSpPr txBox="1"/>
              <p:nvPr/>
            </p:nvSpPr>
            <p:spPr>
              <a:xfrm>
                <a:off x="10587873" y="1959597"/>
                <a:ext cx="129614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𝐵𝐴𝑃</m:t>
                      </m:r>
                    </m:oMath>
                  </m:oMathPara>
                </a14:m>
                <a:endParaRPr lang="en-GB" sz="360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437493D-C0A6-149C-EA06-2FB4956572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7873" y="1959597"/>
                <a:ext cx="1296144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067979A-AEF3-F954-45EF-D7328329305E}"/>
                  </a:ext>
                </a:extLst>
              </p:cNvPr>
              <p:cNvSpPr txBox="1"/>
              <p:nvPr/>
            </p:nvSpPr>
            <p:spPr>
              <a:xfrm>
                <a:off x="6679856" y="1422400"/>
                <a:ext cx="72008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GB" sz="360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067979A-AEF3-F954-45EF-D732832930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9856" y="1422400"/>
                <a:ext cx="720080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4B84BE2-3CA8-14C6-967A-2012975FEA86}"/>
                  </a:ext>
                </a:extLst>
              </p:cNvPr>
              <p:cNvSpPr txBox="1"/>
              <p:nvPr/>
            </p:nvSpPr>
            <p:spPr>
              <a:xfrm>
                <a:off x="9003697" y="1480457"/>
                <a:ext cx="72008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GB" sz="360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4B84BE2-3CA8-14C6-967A-2012975FEA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3697" y="1480457"/>
                <a:ext cx="720080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reeform 30">
            <a:extLst>
              <a:ext uri="{FF2B5EF4-FFF2-40B4-BE49-F238E27FC236}">
                <a16:creationId xmlns:a16="http://schemas.microsoft.com/office/drawing/2014/main" id="{3ACF5774-2BE1-86F4-F71A-6785B811C280}"/>
              </a:ext>
            </a:extLst>
          </p:cNvPr>
          <p:cNvSpPr/>
          <p:nvPr/>
        </p:nvSpPr>
        <p:spPr>
          <a:xfrm>
            <a:off x="6408457" y="2051883"/>
            <a:ext cx="1291771" cy="275771"/>
          </a:xfrm>
          <a:custGeom>
            <a:avLst/>
            <a:gdLst>
              <a:gd name="connsiteX0" fmla="*/ 0 w 2032000"/>
              <a:gd name="connsiteY0" fmla="*/ 190970 h 219998"/>
              <a:gd name="connsiteX1" fmla="*/ 348343 w 2032000"/>
              <a:gd name="connsiteY1" fmla="*/ 60341 h 219998"/>
              <a:gd name="connsiteX2" fmla="*/ 870857 w 2032000"/>
              <a:gd name="connsiteY2" fmla="*/ 16798 h 219998"/>
              <a:gd name="connsiteX3" fmla="*/ 1465943 w 2032000"/>
              <a:gd name="connsiteY3" fmla="*/ 16798 h 219998"/>
              <a:gd name="connsiteX4" fmla="*/ 2032000 w 2032000"/>
              <a:gd name="connsiteY4" fmla="*/ 219998 h 21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32000" h="219998">
                <a:moveTo>
                  <a:pt x="0" y="190970"/>
                </a:moveTo>
                <a:cubicBezTo>
                  <a:pt x="101600" y="140170"/>
                  <a:pt x="203200" y="89370"/>
                  <a:pt x="348343" y="60341"/>
                </a:cubicBezTo>
                <a:cubicBezTo>
                  <a:pt x="493486" y="31312"/>
                  <a:pt x="684590" y="24055"/>
                  <a:pt x="870857" y="16798"/>
                </a:cubicBezTo>
                <a:cubicBezTo>
                  <a:pt x="1057124" y="9541"/>
                  <a:pt x="1272419" y="-17069"/>
                  <a:pt x="1465943" y="16798"/>
                </a:cubicBezTo>
                <a:cubicBezTo>
                  <a:pt x="1659467" y="50665"/>
                  <a:pt x="1845733" y="135331"/>
                  <a:pt x="2032000" y="219998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form 32">
            <a:extLst>
              <a:ext uri="{FF2B5EF4-FFF2-40B4-BE49-F238E27FC236}">
                <a16:creationId xmlns:a16="http://schemas.microsoft.com/office/drawing/2014/main" id="{DE7D58C3-534D-3C43-47B8-A2FFE879760B}"/>
              </a:ext>
            </a:extLst>
          </p:cNvPr>
          <p:cNvSpPr/>
          <p:nvPr/>
        </p:nvSpPr>
        <p:spPr>
          <a:xfrm>
            <a:off x="8640705" y="2136168"/>
            <a:ext cx="2032000" cy="219998"/>
          </a:xfrm>
          <a:custGeom>
            <a:avLst/>
            <a:gdLst>
              <a:gd name="connsiteX0" fmla="*/ 0 w 2032000"/>
              <a:gd name="connsiteY0" fmla="*/ 190970 h 219998"/>
              <a:gd name="connsiteX1" fmla="*/ 348343 w 2032000"/>
              <a:gd name="connsiteY1" fmla="*/ 60341 h 219998"/>
              <a:gd name="connsiteX2" fmla="*/ 870857 w 2032000"/>
              <a:gd name="connsiteY2" fmla="*/ 16798 h 219998"/>
              <a:gd name="connsiteX3" fmla="*/ 1465943 w 2032000"/>
              <a:gd name="connsiteY3" fmla="*/ 16798 h 219998"/>
              <a:gd name="connsiteX4" fmla="*/ 2032000 w 2032000"/>
              <a:gd name="connsiteY4" fmla="*/ 219998 h 21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32000" h="219998">
                <a:moveTo>
                  <a:pt x="0" y="190970"/>
                </a:moveTo>
                <a:cubicBezTo>
                  <a:pt x="101600" y="140170"/>
                  <a:pt x="203200" y="89370"/>
                  <a:pt x="348343" y="60341"/>
                </a:cubicBezTo>
                <a:cubicBezTo>
                  <a:pt x="493486" y="31312"/>
                  <a:pt x="684590" y="24055"/>
                  <a:pt x="870857" y="16798"/>
                </a:cubicBezTo>
                <a:cubicBezTo>
                  <a:pt x="1057124" y="9541"/>
                  <a:pt x="1272419" y="-17069"/>
                  <a:pt x="1465943" y="16798"/>
                </a:cubicBezTo>
                <a:cubicBezTo>
                  <a:pt x="1659467" y="50665"/>
                  <a:pt x="1845733" y="135331"/>
                  <a:pt x="2032000" y="219998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form 33">
            <a:extLst>
              <a:ext uri="{FF2B5EF4-FFF2-40B4-BE49-F238E27FC236}">
                <a16:creationId xmlns:a16="http://schemas.microsoft.com/office/drawing/2014/main" id="{DDDAFC85-6DF8-B889-61D1-9C3D4C7DBCC8}"/>
              </a:ext>
            </a:extLst>
          </p:cNvPr>
          <p:cNvSpPr/>
          <p:nvPr/>
        </p:nvSpPr>
        <p:spPr>
          <a:xfrm flipV="1">
            <a:off x="6397188" y="2530853"/>
            <a:ext cx="4322012" cy="280527"/>
          </a:xfrm>
          <a:custGeom>
            <a:avLst/>
            <a:gdLst>
              <a:gd name="connsiteX0" fmla="*/ 0 w 2032000"/>
              <a:gd name="connsiteY0" fmla="*/ 190970 h 219998"/>
              <a:gd name="connsiteX1" fmla="*/ 348343 w 2032000"/>
              <a:gd name="connsiteY1" fmla="*/ 60341 h 219998"/>
              <a:gd name="connsiteX2" fmla="*/ 870857 w 2032000"/>
              <a:gd name="connsiteY2" fmla="*/ 16798 h 219998"/>
              <a:gd name="connsiteX3" fmla="*/ 1465943 w 2032000"/>
              <a:gd name="connsiteY3" fmla="*/ 16798 h 219998"/>
              <a:gd name="connsiteX4" fmla="*/ 2032000 w 2032000"/>
              <a:gd name="connsiteY4" fmla="*/ 219998 h 21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32000" h="219998">
                <a:moveTo>
                  <a:pt x="0" y="190970"/>
                </a:moveTo>
                <a:cubicBezTo>
                  <a:pt x="101600" y="140170"/>
                  <a:pt x="203200" y="89370"/>
                  <a:pt x="348343" y="60341"/>
                </a:cubicBezTo>
                <a:cubicBezTo>
                  <a:pt x="493486" y="31312"/>
                  <a:pt x="684590" y="24055"/>
                  <a:pt x="870857" y="16798"/>
                </a:cubicBezTo>
                <a:cubicBezTo>
                  <a:pt x="1057124" y="9541"/>
                  <a:pt x="1272419" y="-17069"/>
                  <a:pt x="1465943" y="16798"/>
                </a:cubicBezTo>
                <a:cubicBezTo>
                  <a:pt x="1659467" y="50665"/>
                  <a:pt x="1845733" y="135331"/>
                  <a:pt x="2032000" y="219998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8F476C7-1113-077E-07B9-12354DF685E9}"/>
                  </a:ext>
                </a:extLst>
              </p:cNvPr>
              <p:cNvSpPr txBox="1"/>
              <p:nvPr/>
            </p:nvSpPr>
            <p:spPr>
              <a:xfrm>
                <a:off x="7722203" y="1959597"/>
                <a:ext cx="72008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𝐴𝑃</m:t>
                      </m:r>
                    </m:oMath>
                  </m:oMathPara>
                </a14:m>
                <a:endParaRPr lang="en-GB" sz="360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8F476C7-1113-077E-07B9-12354DF685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2203" y="1959597"/>
                <a:ext cx="720080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B1A143D-5C0C-98B9-AA4D-417517695DD0}"/>
                  </a:ext>
                </a:extLst>
              </p:cNvPr>
              <p:cNvSpPr txBox="1"/>
              <p:nvPr/>
            </p:nvSpPr>
            <p:spPr>
              <a:xfrm>
                <a:off x="8082243" y="2780615"/>
                <a:ext cx="72008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𝐵𝐴</m:t>
                      </m:r>
                    </m:oMath>
                  </m:oMathPara>
                </a14:m>
                <a:endParaRPr lang="en-GB" sz="360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B1A143D-5C0C-98B9-AA4D-417517695D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2243" y="2780615"/>
                <a:ext cx="720080" cy="6463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09AE7AC6-0497-8BC4-3B62-08EC7E640443}"/>
              </a:ext>
            </a:extLst>
          </p:cNvPr>
          <p:cNvSpPr/>
          <p:nvPr/>
        </p:nvSpPr>
        <p:spPr>
          <a:xfrm>
            <a:off x="7748154" y="624639"/>
            <a:ext cx="768243" cy="6374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CAFE57B-2893-324D-7627-B0192F387E4D}"/>
              </a:ext>
            </a:extLst>
          </p:cNvPr>
          <p:cNvSpPr/>
          <p:nvPr/>
        </p:nvSpPr>
        <p:spPr>
          <a:xfrm>
            <a:off x="10783987" y="622062"/>
            <a:ext cx="901261" cy="6374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1E3E89-2278-C065-F119-5E7B7341DF46}"/>
              </a:ext>
            </a:extLst>
          </p:cNvPr>
          <p:cNvSpPr/>
          <p:nvPr/>
        </p:nvSpPr>
        <p:spPr>
          <a:xfrm>
            <a:off x="8129216" y="3912668"/>
            <a:ext cx="901261" cy="6374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185354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A7FC4-AE78-1E48-450D-48F0ADEBA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Определитель матрицы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3B28D4F-C751-5392-89BD-E79EA78A2B53}"/>
                  </a:ext>
                </a:extLst>
              </p:cNvPr>
              <p:cNvSpPr>
                <a:spLocks noGrp="1"/>
              </p:cNvSpPr>
              <p:nvPr>
                <p:ph type="body" sz="quarter" idx="16"/>
              </p:nvPr>
            </p:nvSpPr>
            <p:spPr>
              <a:xfrm>
                <a:off x="457200" y="1530928"/>
                <a:ext cx="11547987" cy="3601883"/>
              </a:xfrm>
            </p:spPr>
            <p:txBody>
              <a:bodyPr/>
              <a:lstStyle/>
              <a:p>
                <a:r>
                  <a:rPr lang="ru-RU"/>
                  <a:t>Является числом</a:t>
                </a:r>
              </a:p>
              <a:p>
                <a:r>
                  <a:rPr lang="ru-RU"/>
                  <a:t>Существует</a:t>
                </a:r>
                <a:r>
                  <a:rPr lang="en-US"/>
                  <a:t>/</a:t>
                </a:r>
                <a:r>
                  <a:rPr lang="ru-RU"/>
                  <a:t>определен только для </a:t>
                </a:r>
                <a:r>
                  <a:rPr lang="ru-RU" i="1"/>
                  <a:t>квадратных</a:t>
                </a:r>
                <a:r>
                  <a:rPr lang="ru-RU"/>
                  <a:t> матриц</a:t>
                </a:r>
              </a:p>
              <a:p>
                <a:r>
                  <a:rPr lang="ru-RU"/>
                  <a:t>Обозначается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ru-RU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/>
                  <a:t>, </a:t>
                </a:r>
                <a:r>
                  <a:rPr lang="ru-RU"/>
                  <a:t>или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func>
                  </m:oMath>
                </a14:m>
                <a:r>
                  <a:rPr lang="en-US"/>
                  <a:t>,</a:t>
                </a:r>
                <a:r>
                  <a:rPr lang="ru-RU"/>
                  <a:t> или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l-GR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</m:fName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func>
                  </m:oMath>
                </a14:m>
                <a:endParaRPr lang="ru-RU"/>
              </a:p>
              <a:p>
                <a:r>
                  <a:rPr lang="ru-RU"/>
                  <a:t>Его абсолютное значение = объему</a:t>
                </a:r>
                <a:r>
                  <a:rPr lang="en-US"/>
                  <a:t>/</a:t>
                </a:r>
                <a:r>
                  <a:rPr lang="ru-RU"/>
                  <a:t>площади фигуры построенной на векторах (строках или столбцах матрицы) как на сторонах</a:t>
                </a:r>
              </a:p>
              <a:p>
                <a:r>
                  <a:rPr lang="ru-RU"/>
                  <a:t>Если определитель отрицателен, матрица осуществляет зеркальное отражение</a:t>
                </a:r>
                <a:endParaRPr lang="en-US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3B28D4F-C751-5392-89BD-E79EA78A2B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6"/>
              </p:nvPr>
            </p:nvSpPr>
            <p:spPr>
              <a:xfrm>
                <a:off x="457200" y="1530928"/>
                <a:ext cx="11547987" cy="3601883"/>
              </a:xfrm>
              <a:blipFill>
                <a:blip r:embed="rId2"/>
                <a:stretch>
                  <a:fillRect l="-1690" t="-2369" b="-52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14562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A7FC4-AE78-1E48-450D-48F0ADEBA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Определитель матрицы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3B28D4F-C751-5392-89BD-E79EA78A2B53}"/>
                  </a:ext>
                </a:extLst>
              </p:cNvPr>
              <p:cNvSpPr>
                <a:spLocks noGrp="1"/>
              </p:cNvSpPr>
              <p:nvPr>
                <p:ph type="body" sz="quarter" idx="16"/>
              </p:nvPr>
            </p:nvSpPr>
            <p:spPr>
              <a:xfrm>
                <a:off x="457200" y="1530928"/>
                <a:ext cx="11547987" cy="3002810"/>
              </a:xfrm>
            </p:spPr>
            <p:txBody>
              <a:bodyPr/>
              <a:lstStyle/>
              <a:p>
                <a:r>
                  <a:rPr lang="ru-RU"/>
                  <a:t>Если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×1</m:t>
                        </m:r>
                      </m:sub>
                    </m:sSub>
                  </m:oMath>
                </a14:m>
                <a:r>
                  <a:rPr lang="ru-RU"/>
                  <a:t>, то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func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ru-RU"/>
              </a:p>
              <a:p>
                <a:r>
                  <a:rPr lang="ru-RU"/>
                  <a:t>Если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×2</m:t>
                        </m:r>
                      </m:sub>
                    </m:sSub>
                  </m:oMath>
                </a14:m>
                <a:r>
                  <a:rPr lang="ru-RU"/>
                  <a:t>, то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func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𝑎𝑑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𝑏𝑐</m:t>
                    </m:r>
                  </m:oMath>
                </a14:m>
                <a:endParaRPr lang="en-US"/>
              </a:p>
              <a:p>
                <a:r>
                  <a:rPr lang="ru-RU"/>
                  <a:t>Если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/>
                  <a:t>,</a:t>
                </a:r>
                <a:r>
                  <a:rPr lang="en-US"/>
                  <a:t> </a:t>
                </a:r>
                <a:r>
                  <a:rPr lang="ru-RU"/>
                  <a:t>где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≥2</m:t>
                    </m:r>
                  </m:oMath>
                </a14:m>
                <a:r>
                  <a:rPr lang="en-US"/>
                  <a:t>,</a:t>
                </a:r>
                <a:r>
                  <a:rPr lang="ru-RU"/>
                  <a:t>  то</a:t>
                </a:r>
                <a:r>
                  <a:rPr lang="en-US"/>
                  <a:t> </a:t>
                </a:r>
                <a:br>
                  <a:rPr lang="ru-RU"/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en-US" sz="2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r>
                          <a:rPr lang="en-US" sz="2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func>
                    <m:r>
                      <a:rPr lang="en-US" sz="28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/>
                  <a:t> </a:t>
                </a:r>
                <a:r>
                  <a:rPr lang="ru-RU" sz="2800"/>
                  <a:t>сумме произведений элементов некоторого столбца </a:t>
                </a:r>
                <a:br>
                  <a:rPr lang="ru-RU" sz="2800"/>
                </a:br>
                <a:r>
                  <a:rPr lang="ru-RU" sz="2800"/>
                  <a:t>(или некоторой строки) на их алгебраические дополнения</a:t>
                </a:r>
                <a:endParaRPr lang="ru-RU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3B28D4F-C751-5392-89BD-E79EA78A2B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6"/>
              </p:nvPr>
            </p:nvSpPr>
            <p:spPr>
              <a:xfrm>
                <a:off x="457200" y="1530928"/>
                <a:ext cx="11547987" cy="3002810"/>
              </a:xfrm>
              <a:blipFill>
                <a:blip r:embed="rId2"/>
                <a:stretch>
                  <a:fillRect l="-1690" t="-2840" b="-38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90035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5F59A-B192-1D4D-3611-CEFFDA8E9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Геометрический смысл</a:t>
            </a:r>
            <a:endParaRPr lang="en-US"/>
          </a:p>
        </p:txBody>
      </p:sp>
      <p:pic>
        <p:nvPicPr>
          <p:cNvPr id="5" name="Picture 4" descr="Diagram, engineering drawing&#10;&#10;Description automatically generated">
            <a:extLst>
              <a:ext uri="{FF2B5EF4-FFF2-40B4-BE49-F238E27FC236}">
                <a16:creationId xmlns:a16="http://schemas.microsoft.com/office/drawing/2014/main" id="{842B698C-9AA3-CECA-DE52-9ADD62D9151A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81" t="18073" r="6859" b="4096"/>
          <a:stretch/>
        </p:blipFill>
        <p:spPr>
          <a:xfrm>
            <a:off x="4680153" y="1020700"/>
            <a:ext cx="6872749" cy="5576745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F6BE6DEE-A60A-45D9-B6C6-FF44F377E47B}"/>
              </a:ext>
            </a:extLst>
          </p:cNvPr>
          <p:cNvGrpSpPr/>
          <p:nvPr/>
        </p:nvGrpSpPr>
        <p:grpSpPr>
          <a:xfrm>
            <a:off x="639098" y="1906149"/>
            <a:ext cx="3143250" cy="3609975"/>
            <a:chOff x="639098" y="1906149"/>
            <a:chExt cx="3143250" cy="3609975"/>
          </a:xfrm>
        </p:grpSpPr>
        <p:pic>
          <p:nvPicPr>
            <p:cNvPr id="6" name="Picture 5" descr="A picture containing text, businesscard&#10;&#10;Description automatically generated">
              <a:extLst>
                <a:ext uri="{FF2B5EF4-FFF2-40B4-BE49-F238E27FC236}">
                  <a16:creationId xmlns:a16="http://schemas.microsoft.com/office/drawing/2014/main" id="{45760657-294C-6DF8-7160-61F2C1EBF5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9098" y="1906149"/>
              <a:ext cx="3143250" cy="3609975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99D4B02-908F-73BF-69C3-3F7E083F2433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1232" y="4643470"/>
              <a:ext cx="438020" cy="221665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D1D2349-AF7F-DC6B-66F7-2077FE0A4923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66617" y="2439252"/>
              <a:ext cx="465235" cy="236873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FE78242-9E92-7DDF-154B-ED9BA71DF7B2}"/>
                </a:ext>
              </a:extLst>
            </p:cNvPr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7040" y="2155537"/>
              <a:ext cx="1185308" cy="221665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128E869A-CC63-0ECA-8774-4B33A3F18DD8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8762" y="5020221"/>
              <a:ext cx="478001" cy="236873"/>
            </a:xfrm>
            <a:prstGeom prst="rect">
              <a:avLst/>
            </a:prstGeom>
            <a:solidFill>
              <a:schemeClr val="bg1"/>
            </a:solidFill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FADD1FD-33A8-6946-B597-0F426B7B1256}"/>
              </a:ext>
            </a:extLst>
          </p:cNvPr>
          <p:cNvGrpSpPr/>
          <p:nvPr/>
        </p:nvGrpSpPr>
        <p:grpSpPr>
          <a:xfrm>
            <a:off x="4680153" y="1020700"/>
            <a:ext cx="6756344" cy="4473268"/>
            <a:chOff x="4680153" y="1020700"/>
            <a:chExt cx="6756344" cy="4473268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B0E2EF7-AC6D-BCBD-D2BE-3CF1B7A8B77A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3047" y="1020700"/>
              <a:ext cx="1185308" cy="221665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0D1A168-69D7-2747-4698-AB81233EB5EB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16206" y="1966237"/>
              <a:ext cx="820291" cy="221665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844AADD-C54D-30E3-E85B-6A30E6E7F278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43942" y="1025651"/>
              <a:ext cx="894622" cy="221665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59C9837D-381D-9DCA-1AA2-0D60EC3C2D67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20715" y="5247836"/>
              <a:ext cx="478001" cy="236873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43F41CB5-8D88-C5E4-3446-9CBB109568F0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7193" y="5257095"/>
              <a:ext cx="483675" cy="236873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162D5207-9B2A-C418-DD39-607CCD439061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80153" y="2029497"/>
              <a:ext cx="482256" cy="236873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505D6508-C6CB-16CF-B1D0-72DA620FB3B9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08997" y="2163356"/>
              <a:ext cx="487930" cy="236873"/>
            </a:xfrm>
            <a:prstGeom prst="rect">
              <a:avLst/>
            </a:prstGeom>
            <a:solidFill>
              <a:schemeClr val="bg1"/>
            </a:solidFill>
          </p:spPr>
        </p:pic>
      </p:grpSp>
    </p:spTree>
    <p:extLst>
      <p:ext uri="{BB962C8B-B14F-4D97-AF65-F5344CB8AC3E}">
        <p14:creationId xmlns:p14="http://schemas.microsoft.com/office/powerpoint/2010/main" val="25696036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B4B8A986-8F9F-0A2C-A00E-74F9D3419E9C}"/>
              </a:ext>
            </a:extLst>
          </p:cNvPr>
          <p:cNvSpPr/>
          <p:nvPr/>
        </p:nvSpPr>
        <p:spPr bwMode="auto">
          <a:xfrm>
            <a:off x="4340647" y="5574890"/>
            <a:ext cx="388374" cy="638235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0E4CC2D6-AF4A-E1E2-1240-63940EE8AEFB}"/>
              </a:ext>
            </a:extLst>
          </p:cNvPr>
          <p:cNvSpPr/>
          <p:nvPr/>
        </p:nvSpPr>
        <p:spPr bwMode="auto">
          <a:xfrm>
            <a:off x="4340647" y="5533621"/>
            <a:ext cx="1370748" cy="329381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0FA6311-879F-2056-81C7-77AE5EF8E769}"/>
              </a:ext>
            </a:extLst>
          </p:cNvPr>
          <p:cNvSpPr/>
          <p:nvPr/>
        </p:nvSpPr>
        <p:spPr bwMode="auto">
          <a:xfrm>
            <a:off x="6741814" y="3429000"/>
            <a:ext cx="388374" cy="1068947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FACC919-2A31-C9A3-C1F2-A55478020044}"/>
              </a:ext>
            </a:extLst>
          </p:cNvPr>
          <p:cNvSpPr/>
          <p:nvPr/>
        </p:nvSpPr>
        <p:spPr bwMode="auto">
          <a:xfrm>
            <a:off x="8036892" y="3429000"/>
            <a:ext cx="286122" cy="1068947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0FF1575-EEBE-EC92-0DAC-9336F803AA00}"/>
              </a:ext>
            </a:extLst>
          </p:cNvPr>
          <p:cNvSpPr/>
          <p:nvPr/>
        </p:nvSpPr>
        <p:spPr bwMode="auto">
          <a:xfrm rot="16200000">
            <a:off x="7354859" y="2863462"/>
            <a:ext cx="252862" cy="1478949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1D9190E-9F56-4832-C5D2-682DFAC8A3E7}"/>
              </a:ext>
            </a:extLst>
          </p:cNvPr>
          <p:cNvSpPr/>
          <p:nvPr/>
        </p:nvSpPr>
        <p:spPr bwMode="auto">
          <a:xfrm rot="16200000">
            <a:off x="7425713" y="3528478"/>
            <a:ext cx="211480" cy="1579278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D6DC2E-1FFF-EE20-166B-71C205E18037}"/>
              </a:ext>
            </a:extLst>
          </p:cNvPr>
          <p:cNvSpPr/>
          <p:nvPr/>
        </p:nvSpPr>
        <p:spPr bwMode="auto">
          <a:xfrm>
            <a:off x="1066423" y="3729369"/>
            <a:ext cx="2035277" cy="275304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99BD001-1FC9-570D-AFB6-F6F7EBED1EBD}"/>
              </a:ext>
            </a:extLst>
          </p:cNvPr>
          <p:cNvSpPr/>
          <p:nvPr/>
        </p:nvSpPr>
        <p:spPr bwMode="auto">
          <a:xfrm>
            <a:off x="1066422" y="4423855"/>
            <a:ext cx="2035277" cy="275304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EBE66F4-70B8-A325-A6C0-53CBFFA56DF5}"/>
              </a:ext>
            </a:extLst>
          </p:cNvPr>
          <p:cNvSpPr/>
          <p:nvPr/>
        </p:nvSpPr>
        <p:spPr bwMode="auto">
          <a:xfrm rot="16200000">
            <a:off x="1001884" y="3902260"/>
            <a:ext cx="1471938" cy="255032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2823EC3-282A-0FD7-00CC-FDDBDD74367D}"/>
              </a:ext>
            </a:extLst>
          </p:cNvPr>
          <p:cNvSpPr/>
          <p:nvPr/>
        </p:nvSpPr>
        <p:spPr bwMode="auto">
          <a:xfrm rot="16200000">
            <a:off x="1589362" y="3850095"/>
            <a:ext cx="1471938" cy="383455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1A7FC4-AE78-1E48-450D-48F0ADEBA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Минор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3B28D4F-C751-5392-89BD-E79EA78A2B53}"/>
                  </a:ext>
                </a:extLst>
              </p:cNvPr>
              <p:cNvSpPr>
                <a:spLocks noGrp="1"/>
              </p:cNvSpPr>
              <p:nvPr>
                <p:ph type="body" sz="quarter" idx="16"/>
              </p:nvPr>
            </p:nvSpPr>
            <p:spPr>
              <a:xfrm>
                <a:off x="457200" y="1530928"/>
                <a:ext cx="11547987" cy="1397114"/>
              </a:xfrm>
            </p:spPr>
            <p:txBody>
              <a:bodyPr/>
              <a:lstStyle/>
              <a:p>
                <a:r>
                  <a:rPr lang="ru-RU"/>
                  <a:t>Минором</a:t>
                </a:r>
                <a:r>
                  <a:rPr lang="en-US"/>
                  <a:t> [</a:t>
                </a:r>
                <a:r>
                  <a:rPr lang="ru-RU"/>
                  <a:t>порядка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/>
                  <a:t>]</a:t>
                </a:r>
                <a:r>
                  <a:rPr lang="ru-RU"/>
                  <a:t> (</a:t>
                </a:r>
                <a:r>
                  <a:rPr lang="en-US" i="1">
                    <a:solidFill>
                      <a:srgbClr val="00B050"/>
                    </a:solidFill>
                  </a:rPr>
                  <a:t>minor determinant</a:t>
                </a:r>
                <a:r>
                  <a:rPr lang="ru-RU"/>
                  <a:t>) матрицы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/>
                  <a:t> называется определитель подматрицы</a:t>
                </a:r>
                <a:r>
                  <a:rPr lang="en-US"/>
                  <a:t>, </a:t>
                </a:r>
                <a:r>
                  <a:rPr lang="ru-RU"/>
                  <a:t>образованной выделением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/>
                  <a:t> </a:t>
                </a:r>
                <a:r>
                  <a:rPr lang="ru-RU"/>
                  <a:t>строк и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/>
                  <a:t> </a:t>
                </a:r>
                <a:r>
                  <a:rPr lang="ru-RU"/>
                  <a:t>столбцов</a:t>
                </a:r>
                <a:r>
                  <a:rPr lang="en-US"/>
                  <a:t> </a:t>
                </a:r>
                <a:r>
                  <a:rPr lang="ru-RU"/>
                  <a:t>в матрице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/>
                  <a:t> 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3B28D4F-C751-5392-89BD-E79EA78A2B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6"/>
              </p:nvPr>
            </p:nvSpPr>
            <p:spPr>
              <a:xfrm>
                <a:off x="457200" y="1530928"/>
                <a:ext cx="11547987" cy="1397114"/>
              </a:xfrm>
              <a:blipFill>
                <a:blip r:embed="rId2"/>
                <a:stretch>
                  <a:fillRect l="-1690" t="-6114" b="-152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5D1C4D3-223F-8B27-BACC-1F9EAC6CB3F6}"/>
                  </a:ext>
                </a:extLst>
              </p:cNvPr>
              <p:cNvSpPr txBox="1"/>
              <p:nvPr/>
            </p:nvSpPr>
            <p:spPr>
              <a:xfrm>
                <a:off x="683343" y="3271683"/>
                <a:ext cx="2801438" cy="14719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5D1C4D3-223F-8B27-BACC-1F9EAC6CB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343" y="3271683"/>
                <a:ext cx="2801438" cy="14719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7F6E764-FB64-05B2-BC20-D02814E1774D}"/>
                  </a:ext>
                </a:extLst>
              </p:cNvPr>
              <p:cNvSpPr txBox="1"/>
              <p:nvPr/>
            </p:nvSpPr>
            <p:spPr>
              <a:xfrm>
                <a:off x="6094476" y="3429000"/>
                <a:ext cx="2801438" cy="10689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7F6E764-FB64-05B2-BC20-D02814E177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4476" y="3429000"/>
                <a:ext cx="2801438" cy="10689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Arrow: Right 6">
            <a:extLst>
              <a:ext uri="{FF2B5EF4-FFF2-40B4-BE49-F238E27FC236}">
                <a16:creationId xmlns:a16="http://schemas.microsoft.com/office/drawing/2014/main" id="{675D2C92-A0B3-AE78-F750-C64E68C3411D}"/>
              </a:ext>
            </a:extLst>
          </p:cNvPr>
          <p:cNvSpPr/>
          <p:nvPr/>
        </p:nvSpPr>
        <p:spPr bwMode="auto">
          <a:xfrm>
            <a:off x="457200" y="3746090"/>
            <a:ext cx="388374" cy="183869"/>
          </a:xfrm>
          <a:prstGeom prst="rightArrow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64C830F4-C396-8605-AA91-36C4E2826253}"/>
              </a:ext>
            </a:extLst>
          </p:cNvPr>
          <p:cNvSpPr/>
          <p:nvPr/>
        </p:nvSpPr>
        <p:spPr bwMode="auto">
          <a:xfrm>
            <a:off x="457200" y="4465331"/>
            <a:ext cx="388374" cy="183869"/>
          </a:xfrm>
          <a:prstGeom prst="rightArrow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C2FB9F3E-EDA3-F558-B570-7DD22D924312}"/>
              </a:ext>
            </a:extLst>
          </p:cNvPr>
          <p:cNvSpPr/>
          <p:nvPr/>
        </p:nvSpPr>
        <p:spPr bwMode="auto">
          <a:xfrm rot="16200000">
            <a:off x="1543666" y="4845876"/>
            <a:ext cx="388374" cy="183869"/>
          </a:xfrm>
          <a:prstGeom prst="rightArrow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3157DDC9-DCB3-131D-2418-FBAE3B0F099A}"/>
              </a:ext>
            </a:extLst>
          </p:cNvPr>
          <p:cNvSpPr/>
          <p:nvPr/>
        </p:nvSpPr>
        <p:spPr bwMode="auto">
          <a:xfrm rot="16200000">
            <a:off x="2109024" y="4835580"/>
            <a:ext cx="388374" cy="183869"/>
          </a:xfrm>
          <a:prstGeom prst="rightArrow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B0BAA66-AA1E-1337-A6EF-94D081F9D0EB}"/>
              </a:ext>
            </a:extLst>
          </p:cNvPr>
          <p:cNvSpPr/>
          <p:nvPr/>
        </p:nvSpPr>
        <p:spPr bwMode="auto">
          <a:xfrm>
            <a:off x="1546125" y="4386254"/>
            <a:ext cx="383455" cy="347073"/>
          </a:xfrm>
          <a:prstGeom prst="ellips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CC6999C-C8A3-9E7A-5AB2-8D7CF15923EC}"/>
              </a:ext>
            </a:extLst>
          </p:cNvPr>
          <p:cNvSpPr/>
          <p:nvPr/>
        </p:nvSpPr>
        <p:spPr bwMode="auto">
          <a:xfrm>
            <a:off x="2138409" y="3682703"/>
            <a:ext cx="383455" cy="347073"/>
          </a:xfrm>
          <a:prstGeom prst="ellips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307E8BC-319D-6988-1275-A153E91F622E}"/>
              </a:ext>
            </a:extLst>
          </p:cNvPr>
          <p:cNvSpPr/>
          <p:nvPr/>
        </p:nvSpPr>
        <p:spPr bwMode="auto">
          <a:xfrm>
            <a:off x="2111483" y="4369169"/>
            <a:ext cx="383455" cy="347073"/>
          </a:xfrm>
          <a:prstGeom prst="ellips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5654676-8483-8A6D-9AC2-3323DF6C196E}"/>
              </a:ext>
            </a:extLst>
          </p:cNvPr>
          <p:cNvSpPr/>
          <p:nvPr/>
        </p:nvSpPr>
        <p:spPr bwMode="auto">
          <a:xfrm>
            <a:off x="4358153" y="5533619"/>
            <a:ext cx="383455" cy="347073"/>
          </a:xfrm>
          <a:prstGeom prst="ellips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81B1149-75D2-CC2C-7216-BA717085A206}"/>
                  </a:ext>
                </a:extLst>
              </p:cNvPr>
              <p:cNvSpPr txBox="1"/>
              <p:nvPr/>
            </p:nvSpPr>
            <p:spPr>
              <a:xfrm>
                <a:off x="2909957" y="3657600"/>
                <a:ext cx="2801438" cy="7081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↣   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81B1149-75D2-CC2C-7216-BA717085A2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9957" y="3657600"/>
                <a:ext cx="2801438" cy="7081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Arrow: Right 21">
            <a:extLst>
              <a:ext uri="{FF2B5EF4-FFF2-40B4-BE49-F238E27FC236}">
                <a16:creationId xmlns:a16="http://schemas.microsoft.com/office/drawing/2014/main" id="{637D9575-2202-B3EE-4788-20F9E100D1C2}"/>
              </a:ext>
            </a:extLst>
          </p:cNvPr>
          <p:cNvSpPr/>
          <p:nvPr/>
        </p:nvSpPr>
        <p:spPr bwMode="auto">
          <a:xfrm>
            <a:off x="6094476" y="3527633"/>
            <a:ext cx="388374" cy="183869"/>
          </a:xfrm>
          <a:prstGeom prst="rightArrow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37C45C46-992C-FC1F-9D1E-DAECE182778B}"/>
              </a:ext>
            </a:extLst>
          </p:cNvPr>
          <p:cNvSpPr/>
          <p:nvPr/>
        </p:nvSpPr>
        <p:spPr bwMode="auto">
          <a:xfrm>
            <a:off x="6094476" y="4246874"/>
            <a:ext cx="388374" cy="183869"/>
          </a:xfrm>
          <a:prstGeom prst="rightArrow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C32B904F-7FE5-79BC-36CA-48FA0CF928F7}"/>
              </a:ext>
            </a:extLst>
          </p:cNvPr>
          <p:cNvSpPr/>
          <p:nvPr/>
        </p:nvSpPr>
        <p:spPr bwMode="auto">
          <a:xfrm rot="16200000">
            <a:off x="6720351" y="4673811"/>
            <a:ext cx="388374" cy="183869"/>
          </a:xfrm>
          <a:prstGeom prst="rightArrow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F978A8A1-E2AF-2665-57F2-F34AF44ACA9C}"/>
              </a:ext>
            </a:extLst>
          </p:cNvPr>
          <p:cNvSpPr/>
          <p:nvPr/>
        </p:nvSpPr>
        <p:spPr bwMode="auto">
          <a:xfrm rot="16200000">
            <a:off x="7934640" y="4672769"/>
            <a:ext cx="388374" cy="183869"/>
          </a:xfrm>
          <a:prstGeom prst="rightArrow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7FDC8BC-403F-55F2-4B35-CA0537B48581}"/>
              </a:ext>
            </a:extLst>
          </p:cNvPr>
          <p:cNvSpPr/>
          <p:nvPr/>
        </p:nvSpPr>
        <p:spPr bwMode="auto">
          <a:xfrm>
            <a:off x="6722810" y="3427027"/>
            <a:ext cx="383455" cy="347073"/>
          </a:xfrm>
          <a:prstGeom prst="ellips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3B63003-74E2-67BB-2AD8-FABF4F816C15}"/>
              </a:ext>
            </a:extLst>
          </p:cNvPr>
          <p:cNvSpPr/>
          <p:nvPr/>
        </p:nvSpPr>
        <p:spPr bwMode="auto">
          <a:xfrm>
            <a:off x="1548671" y="3672928"/>
            <a:ext cx="383455" cy="347073"/>
          </a:xfrm>
          <a:prstGeom prst="ellips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7940F76-6E14-C919-CBEC-E788053CE201}"/>
              </a:ext>
            </a:extLst>
          </p:cNvPr>
          <p:cNvSpPr/>
          <p:nvPr/>
        </p:nvSpPr>
        <p:spPr bwMode="auto">
          <a:xfrm>
            <a:off x="7956641" y="4163162"/>
            <a:ext cx="383455" cy="347073"/>
          </a:xfrm>
          <a:prstGeom prst="ellips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821557B-F3C1-2239-0454-D8BEF7FF395F}"/>
              </a:ext>
            </a:extLst>
          </p:cNvPr>
          <p:cNvSpPr/>
          <p:nvPr/>
        </p:nvSpPr>
        <p:spPr bwMode="auto">
          <a:xfrm>
            <a:off x="7932032" y="3441288"/>
            <a:ext cx="383455" cy="347073"/>
          </a:xfrm>
          <a:prstGeom prst="ellips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DB58662-4000-C98A-9116-83C6C1369B5B}"/>
              </a:ext>
            </a:extLst>
          </p:cNvPr>
          <p:cNvSpPr/>
          <p:nvPr/>
        </p:nvSpPr>
        <p:spPr bwMode="auto">
          <a:xfrm>
            <a:off x="6722810" y="4150185"/>
            <a:ext cx="383455" cy="347073"/>
          </a:xfrm>
          <a:prstGeom prst="ellips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93B28E1-28C7-1A1C-A959-F2C60C97F4F2}"/>
                  </a:ext>
                </a:extLst>
              </p:cNvPr>
              <p:cNvSpPr txBox="1"/>
              <p:nvPr/>
            </p:nvSpPr>
            <p:spPr>
              <a:xfrm>
                <a:off x="8427874" y="3629464"/>
                <a:ext cx="2201761" cy="7081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↣   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93B28E1-28C7-1A1C-A959-F2C60C97F4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7874" y="3629464"/>
                <a:ext cx="2201761" cy="7081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6C58067-CDD9-FE78-38F2-91B5B2837741}"/>
                  </a:ext>
                </a:extLst>
              </p:cNvPr>
              <p:cNvSpPr txBox="1"/>
              <p:nvPr/>
            </p:nvSpPr>
            <p:spPr>
              <a:xfrm>
                <a:off x="3612586" y="5504984"/>
                <a:ext cx="2801438" cy="7081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6C58067-CDD9-FE78-38F2-91B5B28377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2586" y="5504984"/>
                <a:ext cx="2801438" cy="7081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Arrow: Right 37">
            <a:extLst>
              <a:ext uri="{FF2B5EF4-FFF2-40B4-BE49-F238E27FC236}">
                <a16:creationId xmlns:a16="http://schemas.microsoft.com/office/drawing/2014/main" id="{94C36472-116E-3442-2922-D1A4A4B8754F}"/>
              </a:ext>
            </a:extLst>
          </p:cNvPr>
          <p:cNvSpPr/>
          <p:nvPr/>
        </p:nvSpPr>
        <p:spPr bwMode="auto">
          <a:xfrm>
            <a:off x="3749483" y="5655413"/>
            <a:ext cx="388374" cy="183869"/>
          </a:xfrm>
          <a:prstGeom prst="rightArrow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B5AC6200-BF72-906A-2ED6-C8EBFDFB6E23}"/>
              </a:ext>
            </a:extLst>
          </p:cNvPr>
          <p:cNvSpPr/>
          <p:nvPr/>
        </p:nvSpPr>
        <p:spPr bwMode="auto">
          <a:xfrm rot="16200000">
            <a:off x="4355694" y="6315379"/>
            <a:ext cx="388374" cy="183869"/>
          </a:xfrm>
          <a:prstGeom prst="rightArrow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A17A2A5-C278-2243-972F-5A87B5BD296B}"/>
                  </a:ext>
                </a:extLst>
              </p:cNvPr>
              <p:cNvSpPr txBox="1"/>
              <p:nvPr/>
            </p:nvSpPr>
            <p:spPr>
              <a:xfrm>
                <a:off x="5770697" y="5638884"/>
                <a:ext cx="220176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↣  </m:t>
                      </m:r>
                      <m:func>
                        <m:funcPr>
                          <m:ctrlP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det</m:t>
                          </m:r>
                        </m:fName>
                        <m:e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[2]</m:t>
                          </m:r>
                        </m:e>
                      </m:func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A17A2A5-C278-2243-972F-5A87B5BD29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0697" y="5638884"/>
                <a:ext cx="2201761" cy="461665"/>
              </a:xfrm>
              <a:prstGeom prst="rect">
                <a:avLst/>
              </a:prstGeom>
              <a:blipFill>
                <a:blip r:embed="rId8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FBCE447B-FDA4-986A-DEDA-75F85A6419D8}"/>
              </a:ext>
            </a:extLst>
          </p:cNvPr>
          <p:cNvSpPr/>
          <p:nvPr/>
        </p:nvSpPr>
        <p:spPr bwMode="auto">
          <a:xfrm>
            <a:off x="8315487" y="687555"/>
            <a:ext cx="1775702" cy="592894"/>
          </a:xfrm>
          <a:prstGeom prst="round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wrap="square" lIns="0" tIns="0" rIns="0" bIns="0" rtlCol="0" anchor="ctr"/>
          <a:lstStyle/>
          <a:p>
            <a:pPr algn="ctr"/>
            <a:r>
              <a:rPr lang="ru-RU" sz="2000">
                <a:solidFill>
                  <a:srgbClr val="745C97"/>
                </a:solidFill>
                <a:latin typeface="Calibri Light" panose="020F0302020204030204" pitchFamily="34" charset="0"/>
                <a:ea typeface="Human Sans ExtraLight" charset="0"/>
                <a:cs typeface="Human Sans ExtraLight" charset="0"/>
              </a:rPr>
              <a:t>необязательно квадратной</a:t>
            </a:r>
            <a:endParaRPr lang="en-US" sz="2000">
              <a:solidFill>
                <a:srgbClr val="745C97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cxnSp>
        <p:nvCxnSpPr>
          <p:cNvPr id="45" name="Connector: Curved 44">
            <a:extLst>
              <a:ext uri="{FF2B5EF4-FFF2-40B4-BE49-F238E27FC236}">
                <a16:creationId xmlns:a16="http://schemas.microsoft.com/office/drawing/2014/main" id="{1E031CCA-A45F-92C0-B602-8337C301C61F}"/>
              </a:ext>
            </a:extLst>
          </p:cNvPr>
          <p:cNvCxnSpPr>
            <a:stCxn id="43" idx="1"/>
          </p:cNvCxnSpPr>
          <p:nvPr/>
        </p:nvCxnSpPr>
        <p:spPr>
          <a:xfrm rot="10800000" flipH="1" flipV="1">
            <a:off x="8315486" y="984002"/>
            <a:ext cx="580427" cy="638862"/>
          </a:xfrm>
          <a:prstGeom prst="curvedConnector4">
            <a:avLst>
              <a:gd name="adj1" fmla="val -39385"/>
              <a:gd name="adj2" fmla="val 73201"/>
            </a:avLst>
          </a:prstGeom>
          <a:ln w="63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6464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6" grpId="0"/>
      <p:bldP spid="4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A7FC4-AE78-1E48-450D-48F0ADEBA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Минор, дополнительный к элементу матрицы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3B28D4F-C751-5392-89BD-E79EA78A2B53}"/>
                  </a:ext>
                </a:extLst>
              </p:cNvPr>
              <p:cNvSpPr>
                <a:spLocks noGrp="1"/>
              </p:cNvSpPr>
              <p:nvPr>
                <p:ph type="body" sz="quarter" idx="16"/>
              </p:nvPr>
            </p:nvSpPr>
            <p:spPr>
              <a:xfrm>
                <a:off x="457200" y="1530928"/>
                <a:ext cx="11547987" cy="1436355"/>
              </a:xfrm>
            </p:spPr>
            <p:txBody>
              <a:bodyPr/>
              <a:lstStyle/>
              <a:p>
                <a:r>
                  <a:rPr lang="ru-RU"/>
                  <a:t>Дополнительный минор (</a:t>
                </a:r>
                <a:r>
                  <a:rPr lang="en-US" i="1">
                    <a:solidFill>
                      <a:srgbClr val="00B050"/>
                    </a:solidFill>
                  </a:rPr>
                  <a:t>compliment minor</a:t>
                </a:r>
                <a:r>
                  <a:rPr lang="ru-RU"/>
                  <a:t>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ru-RU"/>
                  <a:t> к элементу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ru-RU"/>
                  <a:t> </a:t>
                </a:r>
                <a:r>
                  <a:rPr lang="ru-RU" i="1"/>
                  <a:t>квадратной</a:t>
                </a:r>
                <a:r>
                  <a:rPr lang="ru-RU"/>
                  <a:t> матрицы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/>
                  <a:t> – это определитель подматрицы</a:t>
                </a:r>
                <a:r>
                  <a:rPr lang="en-US"/>
                  <a:t>, </a:t>
                </a:r>
                <a:r>
                  <a:rPr lang="ru-RU"/>
                  <a:t>образованной всеми строками кроме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ru-RU"/>
                  <a:t>-ой и всеми столбцами кроме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/>
                  <a:t>-</a:t>
                </a:r>
                <a:r>
                  <a:rPr lang="ru-RU"/>
                  <a:t>ого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3B28D4F-C751-5392-89BD-E79EA78A2B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6"/>
              </p:nvPr>
            </p:nvSpPr>
            <p:spPr>
              <a:xfrm>
                <a:off x="457200" y="1530928"/>
                <a:ext cx="11547987" cy="1436355"/>
              </a:xfrm>
              <a:blipFill>
                <a:blip r:embed="rId2"/>
                <a:stretch>
                  <a:fillRect l="-1690" t="-4661" r="-1848" b="-14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7F6E764-FB64-05B2-BC20-D02814E1774D}"/>
                  </a:ext>
                </a:extLst>
              </p:cNvPr>
              <p:cNvSpPr txBox="1"/>
              <p:nvPr/>
            </p:nvSpPr>
            <p:spPr>
              <a:xfrm>
                <a:off x="534157" y="3429000"/>
                <a:ext cx="2801438" cy="10689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7F6E764-FB64-05B2-BC20-D02814E177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157" y="3429000"/>
                <a:ext cx="2801438" cy="10689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93B28E1-28C7-1A1C-A959-F2C60C97F4F2}"/>
                  </a:ext>
                </a:extLst>
              </p:cNvPr>
              <p:cNvSpPr txBox="1"/>
              <p:nvPr/>
            </p:nvSpPr>
            <p:spPr>
              <a:xfrm>
                <a:off x="3432123" y="3609401"/>
                <a:ext cx="2201761" cy="7081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93B28E1-28C7-1A1C-A959-F2C60C97F4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2123" y="3609401"/>
                <a:ext cx="2201761" cy="7081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9C2F105-BDE4-5705-8B52-5CF156366584}"/>
                  </a:ext>
                </a:extLst>
              </p:cNvPr>
              <p:cNvSpPr txBox="1"/>
              <p:nvPr/>
            </p:nvSpPr>
            <p:spPr>
              <a:xfrm>
                <a:off x="6008174" y="3609401"/>
                <a:ext cx="2201761" cy="7081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9C2F105-BDE4-5705-8B52-5CF156366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8174" y="3609401"/>
                <a:ext cx="2201761" cy="7081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12D53A8-51AC-AACD-5495-83A0C891CABB}"/>
                  </a:ext>
                </a:extLst>
              </p:cNvPr>
              <p:cNvSpPr txBox="1"/>
              <p:nvPr/>
            </p:nvSpPr>
            <p:spPr>
              <a:xfrm>
                <a:off x="3432123" y="4720447"/>
                <a:ext cx="2201761" cy="7081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12D53A8-51AC-AACD-5495-83A0C891CA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2123" y="4720447"/>
                <a:ext cx="2201761" cy="7081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62EF135-B237-E3B1-0C64-E979A1C6BC4B}"/>
                  </a:ext>
                </a:extLst>
              </p:cNvPr>
              <p:cNvSpPr txBox="1"/>
              <p:nvPr/>
            </p:nvSpPr>
            <p:spPr>
              <a:xfrm>
                <a:off x="5841025" y="4720447"/>
                <a:ext cx="2762201" cy="7081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62EF135-B237-E3B1-0C64-E979A1C6BC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1025" y="4720447"/>
                <a:ext cx="2762201" cy="7081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Rectangle 46">
            <a:extLst>
              <a:ext uri="{FF2B5EF4-FFF2-40B4-BE49-F238E27FC236}">
                <a16:creationId xmlns:a16="http://schemas.microsoft.com/office/drawing/2014/main" id="{0C8B7BE6-40A0-A093-611D-602708CD1622}"/>
              </a:ext>
            </a:extLst>
          </p:cNvPr>
          <p:cNvSpPr/>
          <p:nvPr/>
        </p:nvSpPr>
        <p:spPr>
          <a:xfrm>
            <a:off x="1715678" y="5428426"/>
            <a:ext cx="1243936" cy="6310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1C998E4-302D-CA1A-BCF4-341CB6131507}"/>
              </a:ext>
            </a:extLst>
          </p:cNvPr>
          <p:cNvSpPr/>
          <p:nvPr/>
        </p:nvSpPr>
        <p:spPr>
          <a:xfrm>
            <a:off x="8448218" y="4188896"/>
            <a:ext cx="1243936" cy="6310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109545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"/>
                  </p:tgtEl>
                </p:cond>
              </p:nextCondLst>
            </p:seq>
          </p:childTnLst>
        </p:cTn>
      </p:par>
    </p:tnLst>
    <p:bldLst>
      <p:bldP spid="47" grpId="0" animBg="1"/>
      <p:bldP spid="4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A7FC4-AE78-1E48-450D-48F0ADEBA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Алгебраическое дополнение к элементу матрицы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3B28D4F-C751-5392-89BD-E79EA78A2B53}"/>
                  </a:ext>
                </a:extLst>
              </p:cNvPr>
              <p:cNvSpPr>
                <a:spLocks noGrp="1"/>
              </p:cNvSpPr>
              <p:nvPr>
                <p:ph type="body" sz="quarter" idx="16"/>
              </p:nvPr>
            </p:nvSpPr>
            <p:spPr>
              <a:xfrm>
                <a:off x="339969" y="1618851"/>
                <a:ext cx="11734800" cy="2078518"/>
              </a:xfrm>
            </p:spPr>
            <p:txBody>
              <a:bodyPr/>
              <a:lstStyle/>
              <a:p>
                <a:r>
                  <a:rPr lang="ru-RU"/>
                  <a:t>Алгебраическое дополнение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ru-RU"/>
                  <a:t> (</a:t>
                </a:r>
                <a:r>
                  <a:rPr lang="en-US" i="1">
                    <a:solidFill>
                      <a:srgbClr val="00B050"/>
                    </a:solidFill>
                  </a:rPr>
                  <a:t>cofactor</a:t>
                </a:r>
                <a:r>
                  <a:rPr lang="ru-RU" i="1">
                    <a:solidFill>
                      <a:srgbClr val="00B050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ru-RU"/>
                  <a:t>) к элементу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ru-RU"/>
                  <a:t> квадратной матрицы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/>
                  <a:t> равно соответствующему дополнительному минору умноженному на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</m:oMath>
                </a14:m>
                <a:endParaRPr lang="en-US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(−1)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p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endParaRPr lang="ru-RU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3B28D4F-C751-5392-89BD-E79EA78A2B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6"/>
              </p:nvPr>
            </p:nvSpPr>
            <p:spPr>
              <a:xfrm>
                <a:off x="339969" y="1618851"/>
                <a:ext cx="11734800" cy="2078518"/>
              </a:xfrm>
              <a:blipFill>
                <a:blip r:embed="rId2"/>
                <a:stretch>
                  <a:fillRect l="-1714" t="-3226" r="-6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B53895B-617E-76C2-C52F-99B1B41228AF}"/>
                  </a:ext>
                </a:extLst>
              </p:cNvPr>
              <p:cNvSpPr txBox="1"/>
              <p:nvPr/>
            </p:nvSpPr>
            <p:spPr>
              <a:xfrm>
                <a:off x="984235" y="4096711"/>
                <a:ext cx="2801438" cy="10689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B53895B-617E-76C2-C52F-99B1B41228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235" y="4096711"/>
                <a:ext cx="2801438" cy="10689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FD0C252-925E-FCB1-8B43-078CB630EEF7}"/>
                  </a:ext>
                </a:extLst>
              </p:cNvPr>
              <p:cNvSpPr txBox="1"/>
              <p:nvPr/>
            </p:nvSpPr>
            <p:spPr>
              <a:xfrm>
                <a:off x="3658597" y="3687628"/>
                <a:ext cx="6370639" cy="7081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(−1)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begChr m:val="|"/>
                          <m:endChr m:val="|"/>
                          <m:ctrlP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=14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FD0C252-925E-FCB1-8B43-078CB630EE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8597" y="3687628"/>
                <a:ext cx="6370639" cy="7081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0BC4F04-34CE-E973-80AA-8226F689E0FA}"/>
                  </a:ext>
                </a:extLst>
              </p:cNvPr>
              <p:cNvSpPr txBox="1"/>
              <p:nvPr/>
            </p:nvSpPr>
            <p:spPr>
              <a:xfrm>
                <a:off x="3970693" y="4458673"/>
                <a:ext cx="6370639" cy="7081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(−1)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d>
                        <m:dPr>
                          <m:begChr m:val="|"/>
                          <m:endChr m:val="|"/>
                          <m:ctrlP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=−58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0BC4F04-34CE-E973-80AA-8226F689E0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0693" y="4458673"/>
                <a:ext cx="6370639" cy="7081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BD33E85-0D95-F48C-5B78-9F79B265D98D}"/>
                  </a:ext>
                </a:extLst>
              </p:cNvPr>
              <p:cNvSpPr txBox="1"/>
              <p:nvPr/>
            </p:nvSpPr>
            <p:spPr>
              <a:xfrm>
                <a:off x="4324244" y="5952877"/>
                <a:ext cx="6370639" cy="7081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(−1)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d>
                        <m:dPr>
                          <m:begChr m:val="|"/>
                          <m:endChr m:val="|"/>
                          <m:ctrlP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=−11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BD33E85-0D95-F48C-5B78-9F79B265D9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4244" y="5952877"/>
                <a:ext cx="6370639" cy="7081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993DD7B-B41E-55E2-947C-64BF128FA9D0}"/>
                  </a:ext>
                </a:extLst>
              </p:cNvPr>
              <p:cNvSpPr txBox="1"/>
              <p:nvPr/>
            </p:nvSpPr>
            <p:spPr>
              <a:xfrm>
                <a:off x="3786006" y="5228053"/>
                <a:ext cx="6370639" cy="7081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(−1)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begChr m:val="|"/>
                          <m:endChr m:val="|"/>
                          <m:ctrlP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993DD7B-B41E-55E2-947C-64BF128FA9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6006" y="5228053"/>
                <a:ext cx="6370639" cy="7081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Rectangle 48">
            <a:extLst>
              <a:ext uri="{FF2B5EF4-FFF2-40B4-BE49-F238E27FC236}">
                <a16:creationId xmlns:a16="http://schemas.microsoft.com/office/drawing/2014/main" id="{33722F39-734F-CDCA-C1AD-49A167344B4D}"/>
              </a:ext>
            </a:extLst>
          </p:cNvPr>
          <p:cNvSpPr/>
          <p:nvPr/>
        </p:nvSpPr>
        <p:spPr>
          <a:xfrm>
            <a:off x="5390677" y="4498844"/>
            <a:ext cx="4404675" cy="6310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884F360-0933-5869-A3E2-70E977D7293B}"/>
              </a:ext>
            </a:extLst>
          </p:cNvPr>
          <p:cNvSpPr/>
          <p:nvPr/>
        </p:nvSpPr>
        <p:spPr>
          <a:xfrm>
            <a:off x="5387685" y="5990886"/>
            <a:ext cx="5299411" cy="6310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41219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  <p:bldLst>
      <p:bldP spid="49" grpId="0" animBg="1"/>
      <p:bldP spid="5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FD031-C75B-C0E3-1886-C1FDE604D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54794"/>
            <a:ext cx="11274552" cy="965200"/>
          </a:xfrm>
        </p:spPr>
        <p:txBody>
          <a:bodyPr/>
          <a:lstStyle/>
          <a:p>
            <a:r>
              <a:rPr lang="ru-RU"/>
              <a:t>Вычислим определитель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4A2D3CA-5A4B-C245-253A-7C15D2C1306F}"/>
                  </a:ext>
                </a:extLst>
              </p:cNvPr>
              <p:cNvSpPr txBox="1"/>
              <p:nvPr/>
            </p:nvSpPr>
            <p:spPr>
              <a:xfrm>
                <a:off x="797601" y="1534334"/>
                <a:ext cx="2220902" cy="10689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a:rPr lang="ru-RU" sz="2400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4A2D3CA-5A4B-C245-253A-7C15D2C130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601" y="1534334"/>
                <a:ext cx="2220902" cy="106894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2589E86-2FC8-5E25-AE34-798C5E112BCA}"/>
                  </a:ext>
                </a:extLst>
              </p:cNvPr>
              <p:cNvSpPr txBox="1"/>
              <p:nvPr/>
            </p:nvSpPr>
            <p:spPr>
              <a:xfrm>
                <a:off x="2911536" y="1837974"/>
                <a:ext cx="397104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2589E86-2FC8-5E25-AE34-798C5E112B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1536" y="1837974"/>
                <a:ext cx="3971045" cy="461665"/>
              </a:xfrm>
              <a:prstGeom prst="rect">
                <a:avLst/>
              </a:prstGeom>
              <a:blipFill>
                <a:blip r:embed="rId3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DA0371B-38CA-2971-84B1-758FE1EE671D}"/>
              </a:ext>
            </a:extLst>
          </p:cNvPr>
          <p:cNvSpPr/>
          <p:nvPr/>
        </p:nvSpPr>
        <p:spPr bwMode="auto">
          <a:xfrm>
            <a:off x="989448" y="1534334"/>
            <a:ext cx="1582994" cy="353460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22B9B77-B8F2-8AE3-1ADF-10FAD5D6430E}"/>
                  </a:ext>
                </a:extLst>
              </p:cNvPr>
              <p:cNvSpPr txBox="1"/>
              <p:nvPr/>
            </p:nvSpPr>
            <p:spPr>
              <a:xfrm>
                <a:off x="2911535" y="2788022"/>
                <a:ext cx="9280465" cy="7081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(−1)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1+1</m:t>
                          </m:r>
                        </m:sup>
                      </m:sSup>
                      <m:d>
                        <m:dPr>
                          <m:begChr m:val="|"/>
                          <m:endChr m:val="|"/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ru-RU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(−1)</m:t>
                      </m:r>
                      <m:r>
                        <a:rPr lang="en-US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(−1)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begChr m:val="|"/>
                          <m:endChr m:val="|"/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(−1)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d>
                        <m:dPr>
                          <m:begChr m:val="|"/>
                          <m:endChr m:val="|"/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22B9B77-B8F2-8AE3-1ADF-10FAD5D643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1535" y="2788022"/>
                <a:ext cx="9280465" cy="7081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BC1FCEB-387B-D914-79BD-5AC1B9018E71}"/>
                  </a:ext>
                </a:extLst>
              </p:cNvPr>
              <p:cNvSpPr txBox="1"/>
              <p:nvPr/>
            </p:nvSpPr>
            <p:spPr>
              <a:xfrm>
                <a:off x="3018503" y="3875479"/>
                <a:ext cx="3342968" cy="7081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0=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BC1FCEB-387B-D914-79BD-5AC1B9018E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8503" y="3875479"/>
                <a:ext cx="3342968" cy="7081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2E8B128-9F7C-0174-40F8-F6ABFCBF7D14}"/>
                  </a:ext>
                </a:extLst>
              </p:cNvPr>
              <p:cNvSpPr txBox="1"/>
              <p:nvPr/>
            </p:nvSpPr>
            <p:spPr>
              <a:xfrm>
                <a:off x="3018503" y="4969594"/>
                <a:ext cx="334296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14+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−34</m:t>
                          </m:r>
                        </m:e>
                      </m:d>
                      <m:r>
                        <a:rPr lang="en-US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0=−20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2E8B128-9F7C-0174-40F8-F6ABFCBF7D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8503" y="4969594"/>
                <a:ext cx="3342968" cy="461665"/>
              </a:xfrm>
              <a:prstGeom prst="rect">
                <a:avLst/>
              </a:prstGeom>
              <a:blipFill>
                <a:blip r:embed="rId6"/>
                <a:stretch>
                  <a:fillRect l="-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1289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/>
      <p:bldP spid="9" grpId="0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9B60C19-150D-CA9D-BF7B-8FCB38ECFD4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ru-RU"/>
                  <a:t>Определитель матрицы размера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ru-RU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ru-RU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9B60C19-150D-CA9D-BF7B-8FCB38ECFD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32" t="-14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Chart&#10;&#10;Description automatically generated">
            <a:extLst>
              <a:ext uri="{FF2B5EF4-FFF2-40B4-BE49-F238E27FC236}">
                <a16:creationId xmlns:a16="http://schemas.microsoft.com/office/drawing/2014/main" id="{A6542020-73F3-7135-4041-7174D7DA56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506" y="2074439"/>
            <a:ext cx="3523340" cy="234889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BD900D5-FF52-49C4-0BD1-53649C05C32E}"/>
                  </a:ext>
                </a:extLst>
              </p:cNvPr>
              <p:cNvSpPr txBox="1"/>
              <p:nvPr/>
            </p:nvSpPr>
            <p:spPr>
              <a:xfrm>
                <a:off x="378543" y="4907859"/>
                <a:ext cx="11655880" cy="9884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ru-RU" sz="22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ru-RU" sz="22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ru-RU" sz="22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ru-RU" sz="22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ru-RU" sz="22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ru-RU" sz="22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ru-RU" sz="22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ru-RU" sz="22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ru-RU" sz="2200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sz="2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sz="2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  <m:r>
                        <a:rPr lang="ru-RU" sz="2200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ru-RU" sz="2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ru-RU" sz="2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sz="2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ru-RU" sz="2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ru-RU" sz="2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ru-RU" sz="2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sz="2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ru-RU" sz="2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ru-RU" sz="2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sz="2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ru-RU" sz="2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ru-RU" sz="2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ru-RU" sz="2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sz="2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ru-RU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ru-RU" sz="2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ru-RU" sz="2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20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BD900D5-FF52-49C4-0BD1-53649C05C3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543" y="4907859"/>
                <a:ext cx="11655880" cy="9884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FB3D35D6-921B-9B2F-A175-89DE24E4539F}"/>
              </a:ext>
            </a:extLst>
          </p:cNvPr>
          <p:cNvSpPr txBox="1"/>
          <p:nvPr/>
        </p:nvSpPr>
        <p:spPr>
          <a:xfrm>
            <a:off x="1415846" y="1561664"/>
            <a:ext cx="26940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/>
              <a:t>Правило </a:t>
            </a:r>
            <a:r>
              <a:rPr lang="ru-RU" sz="2400" err="1"/>
              <a:t>Саррюса</a:t>
            </a:r>
            <a:endParaRPr lang="en-US" sz="2400"/>
          </a:p>
        </p:txBody>
      </p:sp>
      <p:pic>
        <p:nvPicPr>
          <p:cNvPr id="12" name="Picture 11" descr="A picture containing air&#10;&#10;Description automatically generated">
            <a:extLst>
              <a:ext uri="{FF2B5EF4-FFF2-40B4-BE49-F238E27FC236}">
                <a16:creationId xmlns:a16="http://schemas.microsoft.com/office/drawing/2014/main" id="{B821410E-6ADC-D447-28FC-6DEFEF593F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476" y="2360113"/>
            <a:ext cx="5157018" cy="190310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FB7DDB9-7CAA-CED0-96A9-C6A622EBD5B6}"/>
              </a:ext>
            </a:extLst>
          </p:cNvPr>
          <p:cNvSpPr txBox="1"/>
          <p:nvPr/>
        </p:nvSpPr>
        <p:spPr>
          <a:xfrm>
            <a:off x="7010321" y="1616336"/>
            <a:ext cx="32971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/>
              <a:t>Правило треугольников</a:t>
            </a:r>
            <a:endParaRPr lang="en-US" sz="240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DC159D5-069E-85A8-0035-E7CE5AE77771}"/>
              </a:ext>
            </a:extLst>
          </p:cNvPr>
          <p:cNvSpPr/>
          <p:nvPr/>
        </p:nvSpPr>
        <p:spPr bwMode="auto">
          <a:xfrm>
            <a:off x="2526890" y="4415560"/>
            <a:ext cx="7983793" cy="57976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ru-RU" sz="2400">
                <a:solidFill>
                  <a:schemeClr val="tx1"/>
                </a:solidFill>
                <a:latin typeface="Calibri Light" panose="020F0302020204030204" pitchFamily="34" charset="0"/>
                <a:ea typeface="Human Sans ExtraLight" charset="0"/>
                <a:cs typeface="Human Sans ExtraLight" charset="0"/>
              </a:rPr>
              <a:t>Оба эти правила не очень хороши! Запоминать их не стоит</a:t>
            </a:r>
            <a:endParaRPr lang="en-US" sz="2400">
              <a:solidFill>
                <a:schemeClr val="tx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8440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F149-06E3-6B03-83D2-9F6319618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Еще одно определение для определителя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B0189-2699-B151-6988-5FF0446B61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84701" y="2504134"/>
            <a:ext cx="4151745" cy="1552092"/>
          </a:xfrm>
        </p:spPr>
        <p:txBody>
          <a:bodyPr/>
          <a:lstStyle/>
          <a:p>
            <a:pPr marL="0" indent="0">
              <a:buNone/>
            </a:pPr>
            <a:r>
              <a:rPr lang="ru-RU"/>
              <a:t>Здесь</a:t>
            </a:r>
          </a:p>
          <a:p>
            <a:r>
              <a:rPr lang="ru-RU"/>
              <a:t> </a:t>
            </a:r>
          </a:p>
          <a:p>
            <a:r>
              <a:rPr lang="ru-RU"/>
              <a:t> </a:t>
            </a: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7D8D5C-0DA1-8EDF-69CD-3EE10B18B21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7716" y="1767219"/>
            <a:ext cx="7725715" cy="736915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0E9EE9FF-2583-6798-DDBC-0554E0AD58C9}"/>
              </a:ext>
            </a:extLst>
          </p:cNvPr>
          <p:cNvGrpSpPr/>
          <p:nvPr/>
        </p:nvGrpSpPr>
        <p:grpSpPr>
          <a:xfrm>
            <a:off x="874899" y="3084181"/>
            <a:ext cx="10048741" cy="937081"/>
            <a:chOff x="1045721" y="3429000"/>
            <a:chExt cx="10048741" cy="937081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085AC38-9E56-45B0-F477-F085E8987DAF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6059" y="3531512"/>
              <a:ext cx="1943314" cy="2080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AC6E633E-1961-8B74-5A89-52DD93CBD58E}"/>
                    </a:ext>
                  </a:extLst>
                </p:cNvPr>
                <p:cNvSpPr txBox="1"/>
                <p:nvPr/>
              </p:nvSpPr>
              <p:spPr>
                <a:xfrm>
                  <a:off x="3146322" y="3429000"/>
                  <a:ext cx="4518416" cy="369332"/>
                </a:xfrm>
                <a:prstGeom prst="rect">
                  <a:avLst/>
                </a:prstGeom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:r>
                    <a:rPr lang="ru-RU" sz="2400"/>
                    <a:t>– это перестановка чисел </a:t>
                  </a:r>
                  <a14:m>
                    <m:oMath xmlns:m="http://schemas.openxmlformats.org/officeDocument/2006/math">
                      <m:r>
                        <a:rPr lang="ru-RU" sz="240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, 2,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endParaRPr lang="en-US" sz="240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AC6E633E-1961-8B74-5A89-52DD93CBD5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46322" y="3429000"/>
                  <a:ext cx="4518416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4049" t="-26230" r="-810" b="-4754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CE73968-8E63-3056-CEFC-0E599B1970C4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5721" y="4021507"/>
              <a:ext cx="2494019" cy="330819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45BE841-AEF8-CB8E-B712-DD22B5AF2067}"/>
                </a:ext>
              </a:extLst>
            </p:cNvPr>
            <p:cNvSpPr txBox="1"/>
            <p:nvPr/>
          </p:nvSpPr>
          <p:spPr>
            <a:xfrm>
              <a:off x="3671268" y="3996749"/>
              <a:ext cx="7423194" cy="369332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ru-RU" sz="2400"/>
                <a:t>– это число инверсий в этой перестановке (число замен) </a:t>
              </a:r>
              <a:endParaRPr lang="en-US" sz="24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03E824D-A87A-28FC-C1B9-6EC28C2F72D3}"/>
                  </a:ext>
                </a:extLst>
              </p:cNvPr>
              <p:cNvSpPr txBox="1"/>
              <p:nvPr/>
            </p:nvSpPr>
            <p:spPr>
              <a:xfrm>
                <a:off x="266536" y="4103228"/>
                <a:ext cx="11655880" cy="9884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ru-RU" sz="22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ru-RU" sz="22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ru-RU" sz="22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ru-RU" sz="22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ru-RU" sz="22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ru-RU" sz="22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ru-RU" sz="22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ru-RU" sz="22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ru-RU" sz="2200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sz="2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sz="2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  <m:r>
                        <a:rPr lang="ru-RU" sz="2200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ru-RU" sz="2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ru-RU" sz="2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sz="2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ru-RU" sz="2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ru-RU" sz="2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ru-RU" sz="2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sz="2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ru-RU" sz="2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ru-RU" sz="2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sz="2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ru-RU" sz="2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ru-RU" sz="2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ru-RU" sz="2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sz="2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ru-RU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ru-RU" sz="2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ru-RU" sz="2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20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03E824D-A87A-28FC-C1B9-6EC28C2F72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536" y="4103228"/>
                <a:ext cx="11655880" cy="98847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23398F69-7BAE-531C-F1BA-723EBDEB3A19}"/>
              </a:ext>
            </a:extLst>
          </p:cNvPr>
          <p:cNvGrpSpPr/>
          <p:nvPr/>
        </p:nvGrpSpPr>
        <p:grpSpPr>
          <a:xfrm>
            <a:off x="2888551" y="4802042"/>
            <a:ext cx="8310899" cy="783548"/>
            <a:chOff x="2888551" y="5169058"/>
            <a:chExt cx="8310899" cy="78354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2DC865A-4EA8-C5AD-74F1-25084D5D5745}"/>
                    </a:ext>
                  </a:extLst>
                </p:cNvPr>
                <p:cNvSpPr txBox="1"/>
                <p:nvPr/>
              </p:nvSpPr>
              <p:spPr>
                <a:xfrm>
                  <a:off x="2888551" y="5169058"/>
                  <a:ext cx="56546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brk m:alnAt="7"/>
                          </m:rPr>
                          <a:rPr lang="ru-RU" sz="1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ru-RU" sz="1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2DC865A-4EA8-C5AD-74F1-25084D5D57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8551" y="5169058"/>
                  <a:ext cx="565463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D31A3B1C-0DFA-907F-0912-5BC89F853EB6}"/>
                    </a:ext>
                  </a:extLst>
                </p:cNvPr>
                <p:cNvSpPr txBox="1"/>
                <p:nvPr/>
              </p:nvSpPr>
              <p:spPr>
                <a:xfrm>
                  <a:off x="4449497" y="5169058"/>
                  <a:ext cx="565463" cy="55245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ru-RU" sz="1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ru-RU" sz="1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23</m:t>
                              </m:r>
                            </m:e>
                          </m:mr>
                          <m:mr>
                            <m:e>
                              <m:r>
                                <a:rPr lang="ru-RU" sz="1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ru-RU" sz="1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32</m:t>
                              </m:r>
                            </m:e>
                          </m:mr>
                        </m:m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D31A3B1C-0DFA-907F-0912-5BC89F853E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49497" y="5169058"/>
                  <a:ext cx="565463" cy="55245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562195D8-7A19-C652-B75A-23CEDE66EFAB}"/>
                    </a:ext>
                  </a:extLst>
                </p:cNvPr>
                <p:cNvSpPr txBox="1"/>
                <p:nvPr/>
              </p:nvSpPr>
              <p:spPr>
                <a:xfrm>
                  <a:off x="5724795" y="5169058"/>
                  <a:ext cx="565463" cy="78354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eqArr>
                                <m:eqArrPr>
                                  <m:ctrlPr>
                                    <a:rPr lang="ru-RU" sz="18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brk m:alnAt="7"/>
                                    </m:rPr>
                                    <a:rPr lang="ru-RU" sz="18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ru-RU" sz="18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e>
                                <m:e>
                                  <m:r>
                                    <a:rPr lang="ru-RU" sz="18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ru-RU" sz="1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32</m:t>
                                  </m:r>
                                </m:e>
                              </m:eqArr>
                            </m:e>
                          </m:mr>
                          <m:mr>
                            <m:e>
                              <m:r>
                                <a:rPr lang="ru-RU" sz="1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31</m:t>
                              </m:r>
                              <m:r>
                                <a:rPr lang="ru-RU" sz="1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562195D8-7A19-C652-B75A-23CEDE66EF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24795" y="5169058"/>
                  <a:ext cx="565463" cy="783548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A52B3B8F-585E-C834-40D2-3A9BBDC02F32}"/>
                    </a:ext>
                  </a:extLst>
                </p:cNvPr>
                <p:cNvSpPr txBox="1"/>
                <p:nvPr/>
              </p:nvSpPr>
              <p:spPr>
                <a:xfrm>
                  <a:off x="7406967" y="5169058"/>
                  <a:ext cx="565463" cy="55245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ru-RU" sz="1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ru-RU" sz="1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23</m:t>
                              </m:r>
                            </m:e>
                          </m:mr>
                          <m:mr>
                            <m:e>
                              <m:r>
                                <a:rPr lang="ru-RU" sz="1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ru-RU" sz="1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ru-RU" sz="1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A52B3B8F-585E-C834-40D2-3A9BBDC02F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06967" y="5169058"/>
                  <a:ext cx="565463" cy="552459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440BE397-E910-2819-2946-A08D4CA30AB2}"/>
                    </a:ext>
                  </a:extLst>
                </p:cNvPr>
                <p:cNvSpPr txBox="1"/>
                <p:nvPr/>
              </p:nvSpPr>
              <p:spPr>
                <a:xfrm>
                  <a:off x="9055754" y="5169058"/>
                  <a:ext cx="565463" cy="78354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ru-RU" sz="1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ru-RU" sz="1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23</m:t>
                              </m:r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ru-RU" sz="1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ru-RU" sz="1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ru-RU" sz="18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ru-RU" sz="1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ru-RU" sz="1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  <m:r>
                                    <a:rPr lang="ru-RU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eqArr>
                            </m:e>
                          </m:mr>
                        </m:m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440BE397-E910-2819-2946-A08D4CA30A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55754" y="5169058"/>
                  <a:ext cx="565463" cy="783548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A75BC95E-19E6-365D-0F53-A060A61AAC15}"/>
                    </a:ext>
                  </a:extLst>
                </p:cNvPr>
                <p:cNvSpPr txBox="1"/>
                <p:nvPr/>
              </p:nvSpPr>
              <p:spPr>
                <a:xfrm>
                  <a:off x="10633987" y="5174715"/>
                  <a:ext cx="565463" cy="55245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ru-RU" sz="1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ru-RU" sz="1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23</m:t>
                              </m:r>
                            </m:e>
                          </m:mr>
                          <m:mr>
                            <m:e>
                              <m:r>
                                <a:rPr lang="ru-RU" sz="1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  <m:r>
                                <a:rPr lang="ru-RU" sz="1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A75BC95E-19E6-365D-0F53-A060A61AAC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33987" y="5174715"/>
                  <a:ext cx="565463" cy="552459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30" name="Table 30">
            <a:extLst>
              <a:ext uri="{FF2B5EF4-FFF2-40B4-BE49-F238E27FC236}">
                <a16:creationId xmlns:a16="http://schemas.microsoft.com/office/drawing/2014/main" id="{39EA4F52-23B1-F5EF-6808-0F67FE369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5258008"/>
              </p:ext>
            </p:extLst>
          </p:nvPr>
        </p:nvGraphicFramePr>
        <p:xfrm>
          <a:off x="3007887" y="5605098"/>
          <a:ext cx="9216504" cy="37084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1576836">
                  <a:extLst>
                    <a:ext uri="{9D8B030D-6E8A-4147-A177-3AD203B41FA5}">
                      <a16:colId xmlns:a16="http://schemas.microsoft.com/office/drawing/2014/main" val="2215769239"/>
                    </a:ext>
                  </a:extLst>
                </a:gridCol>
                <a:gridCol w="1268362">
                  <a:extLst>
                    <a:ext uri="{9D8B030D-6E8A-4147-A177-3AD203B41FA5}">
                      <a16:colId xmlns:a16="http://schemas.microsoft.com/office/drawing/2014/main" val="448163582"/>
                    </a:ext>
                  </a:extLst>
                </a:gridCol>
                <a:gridCol w="1691148">
                  <a:extLst>
                    <a:ext uri="{9D8B030D-6E8A-4147-A177-3AD203B41FA5}">
                      <a16:colId xmlns:a16="http://schemas.microsoft.com/office/drawing/2014/main" val="473896403"/>
                    </a:ext>
                  </a:extLst>
                </a:gridCol>
                <a:gridCol w="1607990">
                  <a:extLst>
                    <a:ext uri="{9D8B030D-6E8A-4147-A177-3AD203B41FA5}">
                      <a16:colId xmlns:a16="http://schemas.microsoft.com/office/drawing/2014/main" val="2342815372"/>
                    </a:ext>
                  </a:extLst>
                </a:gridCol>
                <a:gridCol w="1636655">
                  <a:extLst>
                    <a:ext uri="{9D8B030D-6E8A-4147-A177-3AD203B41FA5}">
                      <a16:colId xmlns:a16="http://schemas.microsoft.com/office/drawing/2014/main" val="823300383"/>
                    </a:ext>
                  </a:extLst>
                </a:gridCol>
                <a:gridCol w="1435513">
                  <a:extLst>
                    <a:ext uri="{9D8B030D-6E8A-4147-A177-3AD203B41FA5}">
                      <a16:colId xmlns:a16="http://schemas.microsoft.com/office/drawing/2014/main" val="14092389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b="0"/>
                        <a:t>0</a:t>
                      </a:r>
                      <a:endParaRPr 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/>
                        <a:t>1</a:t>
                      </a:r>
                      <a:endParaRPr 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/>
                        <a:t>2</a:t>
                      </a:r>
                      <a:endParaRPr 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/>
                        <a:t>1</a:t>
                      </a:r>
                      <a:endParaRPr 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/>
                        <a:t>2</a:t>
                      </a:r>
                      <a:endParaRPr 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/>
                        <a:t>1</a:t>
                      </a:r>
                      <a:endParaRPr lang="en-US" sz="1800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6223573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6425483B-FF09-4DD5-3AAE-78C6F8DEED01}"/>
              </a:ext>
            </a:extLst>
          </p:cNvPr>
          <p:cNvSpPr txBox="1"/>
          <p:nvPr/>
        </p:nvSpPr>
        <p:spPr>
          <a:xfrm>
            <a:off x="874899" y="5649819"/>
            <a:ext cx="1979709" cy="276999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ru-RU"/>
              <a:t>число перестановок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0238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F149-06E3-6B03-83D2-9F6319618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Еще одно определение для определителя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03E824D-A87A-28FC-C1B9-6EC28C2F72D3}"/>
                  </a:ext>
                </a:extLst>
              </p:cNvPr>
              <p:cNvSpPr txBox="1"/>
              <p:nvPr/>
            </p:nvSpPr>
            <p:spPr>
              <a:xfrm>
                <a:off x="457200" y="5098288"/>
                <a:ext cx="11655880" cy="9884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ru-RU" sz="22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ru-RU" sz="22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ru-RU" sz="22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ru-RU" sz="22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ru-RU" sz="22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ru-RU" sz="22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ru-RU" sz="22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ru-RU" sz="22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ru-RU" sz="2200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sz="2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sz="2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  <m:r>
                        <a:rPr lang="ru-RU" sz="2200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ru-RU" sz="2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ru-RU" sz="2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sz="2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ru-RU" sz="2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ru-RU" sz="2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ru-RU" sz="2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sz="2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ru-RU" sz="2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ru-RU" sz="2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sz="2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ru-RU" sz="2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ru-RU" sz="2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ru-RU" sz="2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sz="2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ru-RU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ru-RU" sz="2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sz="2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ru-RU" sz="2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20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03E824D-A87A-28FC-C1B9-6EC28C2F72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5098288"/>
                <a:ext cx="11655880" cy="9884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F0064624-0F74-1253-DF72-EBD31235C54F}"/>
                  </a:ext>
                </a:extLst>
              </p:cNvPr>
              <p:cNvSpPr>
                <a:spLocks noGrp="1"/>
              </p:cNvSpPr>
              <p:nvPr>
                <p:ph type="body" sz="quarter" idx="16"/>
              </p:nvPr>
            </p:nvSpPr>
            <p:spPr>
              <a:xfrm>
                <a:off x="457200" y="1530928"/>
                <a:ext cx="10742250" cy="3953070"/>
              </a:xfrm>
            </p:spPr>
            <p:txBody>
              <a:bodyPr/>
              <a:lstStyle/>
              <a:p>
                <a:r>
                  <a:rPr lang="ru-RU"/>
                  <a:t>В каждой строчке и каждом столбце выбираем по одному элементу и создаем из них произведение</a:t>
                </a:r>
              </a:p>
              <a:p>
                <a:r>
                  <a:rPr lang="ru-RU"/>
                  <a:t>Смотрим на последовательность индексов столбцов элементов</a:t>
                </a:r>
              </a:p>
              <a:p>
                <a:r>
                  <a:rPr lang="ru-RU"/>
                  <a:t>Считаем число перестановок в последовательности, которые превратят ее в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1,2,…,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:</a:t>
                </a:r>
              </a:p>
              <a:p>
                <a:pPr lvl="1"/>
                <a:r>
                  <a:rPr lang="ru-RU"/>
                  <a:t>если оно четное, то произведение идет в общую сумму со знаком плюс</a:t>
                </a:r>
              </a:p>
              <a:p>
                <a:pPr lvl="1"/>
                <a:r>
                  <a:rPr lang="ru-RU"/>
                  <a:t>если оно нечетное, то произведение идет в общую сумму со знаком минус</a:t>
                </a:r>
              </a:p>
              <a:p>
                <a:pPr lvl="1"/>
                <a:endParaRPr lang="en-US"/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F0064624-0F74-1253-DF72-EBD31235C5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6"/>
              </p:nvPr>
            </p:nvSpPr>
            <p:spPr>
              <a:xfrm>
                <a:off x="457200" y="1530928"/>
                <a:ext cx="10742250" cy="3953070"/>
              </a:xfrm>
              <a:blipFill>
                <a:blip r:embed="rId4"/>
                <a:stretch>
                  <a:fillRect l="-1816" t="-21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19777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554.1807"/>
  <p:tag name="LATEXADDIN" val="\documentclass{article}&#10;\usepackage{amsmath}&#10;\pagestyle{empty}&#10;\begin{document}&#10;&#10;$T(x)=a x$&#10;&#10;&#10;\end{document}"/>
  <p:tag name="IGUANATEXSIZE" val="26"/>
  <p:tag name="IGUANATEXCURSOR" val="91"/>
  <p:tag name="TRANSPARENCY" val="True"/>
  <p:tag name="LATEXENGINEID" val="0"/>
  <p:tag name="TEMPFOLDER" val="F:\LaTeX\"/>
  <p:tag name="LATEXFORMHEIGHT" val="312"/>
  <p:tag name="LATEXFORMWIDTH" val="384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.2126"/>
  <p:tag name="ORIGINALWIDTH" val="2511.436"/>
  <p:tag name="LATEXADDIN" val="\documentclass{article}&#10;\usepackage{amsmath}&#10;\pagestyle{empty}&#10;\begin{document}&#10;&#10;$\mathbf{T}(x, y)=(a x+b y, c x+d y)=\left[\begin{array}{ll}a &amp; b \\ c &amp; d\end{array}\right]\left[\begin{array}{l}x \\ y\end{array}\right]$&#10;&#10;&#10;\end{document}"/>
  <p:tag name="IGUANATEXSIZE" val="26"/>
  <p:tag name="IGUANATEXCURSOR" val="220"/>
  <p:tag name="TRANSPARENCY" val="True"/>
  <p:tag name="LATEXENGINEID" val="0"/>
  <p:tag name="TEMPFOLDER" val="F:\LaTeX\"/>
  <p:tag name="LATEXFORMHEIGHT" val="312"/>
  <p:tag name="LATEXFORMWIDTH" val="384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.2126"/>
  <p:tag name="ORIGINALWIDTH" val="2511.436"/>
  <p:tag name="LATEXADDIN" val="\documentclass{article}&#10;\usepackage{amsmath}&#10;\pagestyle{empty}&#10;\begin{document}&#10;&#10;$\mathbf{T}(x, y)=(a x+b y, c x+d y)=\left[\begin{array}{ll}a &amp; b \\ c &amp; d\end{array}\right]\left[\begin{array}{l}x \\ y\end{array}\right]$&#10;&#10;&#10;\end{document}"/>
  <p:tag name="IGUANATEXSIZE" val="26"/>
  <p:tag name="IGUANATEXCURSOR" val="220"/>
  <p:tag name="TRANSPARENCY" val="True"/>
  <p:tag name="LATEXENGINEID" val="0"/>
  <p:tag name="TEMPFOLDER" val="F:\LaTeX\"/>
  <p:tag name="LATEXFORMHEIGHT" val="312"/>
  <p:tag name="LATEXFORMWIDTH" val="384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47.4691"/>
  <p:tag name="LATEXADDIN" val="\documentclass{article}&#10;\usepackage{amsmath}&#10;\pagestyle{empty}&#10;\begin{document}&#10;&#10;$(a,c)$&#10;&#10;&#10;\end{document}"/>
  <p:tag name="IGUANATEXSIZE" val="26"/>
  <p:tag name="IGUANATEXCURSOR" val="86"/>
  <p:tag name="TRANSPARENCY" val="True"/>
  <p:tag name="LATEXENGINEID" val="0"/>
  <p:tag name="TEMPFOLDER" val="F:\LaTeX\"/>
  <p:tag name="LATEXFORMHEIGHT" val="312"/>
  <p:tag name="LATEXFORMWIDTH" val="384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45.9692"/>
  <p:tag name="LATEXADDIN" val="\documentclass{article}&#10;\usepackage{amsmath}&#10;\pagestyle{empty}&#10;\begin{document}&#10;&#10;$(b,d)$&#10;&#10;&#10;\end{document}"/>
  <p:tag name="IGUANATEXSIZE" val="26"/>
  <p:tag name="IGUANATEXCURSOR" val="86"/>
  <p:tag name="TRANSPARENCY" val="True"/>
  <p:tag name="LATEXENGINEID" val="0"/>
  <p:tag name="TEMPFOLDER" val="F:\LaTeX\"/>
  <p:tag name="LATEXFORMHEIGHT" val="312"/>
  <p:tag name="LATEXFORMWIDTH" val="384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669.6663"/>
  <p:tag name="LATEXADDIN" val="\documentclass{article}&#10;\usepackage{amsmath}&#10;\pagestyle{empty}&#10;\begin{document}&#10;&#10;$(a+b,c+d)$&#10;&#10;&#10;\end{document}"/>
  <p:tag name="IGUANATEXSIZE" val="26"/>
  <p:tag name="IGUANATEXCURSOR" val="90"/>
  <p:tag name="TRANSPARENCY" val="True"/>
  <p:tag name="LATEXENGINEID" val="0"/>
  <p:tag name="TEMPFOLDER" val="F:\LaTeX\"/>
  <p:tag name="LATEXFORMHEIGHT" val="312"/>
  <p:tag name="LATEXFORMWIDTH" val="384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52.7184"/>
  <p:tag name="LATEXADDIN" val="\documentclass{article}&#10;\usepackage{amsmath}&#10;\pagestyle{empty}&#10;\begin{document}&#10;&#10;$(0,0)$&#10;&#10;&#10;\end{document}"/>
  <p:tag name="IGUANATEXSIZE" val="26"/>
  <p:tag name="IGUANATEXCURSOR" val="84"/>
  <p:tag name="TRANSPARENCY" val="True"/>
  <p:tag name="LATEXENGINEID" val="0"/>
  <p:tag name="TEMPFOLDER" val="F:\LaTeX\"/>
  <p:tag name="LATEXFORMHEIGHT" val="312"/>
  <p:tag name="LATEXFORMWIDTH" val="384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.2126"/>
  <p:tag name="ORIGINALWIDTH" val="920.8849"/>
  <p:tag name="LATEXADDIN" val="\documentclass{article}&#10;\usepackage{amsmath}&#10;\pagestyle{empty}&#10;\begin{document}&#10;&#10;$\left[\begin{array}{cc}\cos \theta &amp; -\sin \theta \\ \sin \theta &amp; \cos \theta\end{array}\right]$&#10;&#10;&#10;\end{document}"/>
  <p:tag name="IGUANATEXSIZE" val="26"/>
  <p:tag name="IGUANATEXCURSOR" val="82"/>
  <p:tag name="TRANSPARENCY" val="True"/>
  <p:tag name="LATEXENGINEID" val="0"/>
  <p:tag name="TEMPFOLDER" val="F:\LaTeX\"/>
  <p:tag name="LATEXFORMHEIGHT" val="312"/>
  <p:tag name="LATEXFORMWIDTH" val="384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669.6663"/>
  <p:tag name="LATEXADDIN" val="\documentclass{article}&#10;\usepackage{amsmath}&#10;\pagestyle{empty}&#10;\begin{document}&#10;&#10;$(a+b,c+d)$&#10;&#10;&#10;\end{document}"/>
  <p:tag name="IGUANATEXSIZE" val="26"/>
  <p:tag name="IGUANATEXCURSOR" val="90"/>
  <p:tag name="TRANSPARENCY" val="True"/>
  <p:tag name="LATEXENGINEID" val="0"/>
  <p:tag name="TEMPFOLDER" val="F:\LaTeX\"/>
  <p:tag name="LATEXFORMHEIGHT" val="312"/>
  <p:tag name="LATEXFORMWIDTH" val="384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463.442"/>
  <p:tag name="LATEXADDIN" val="\documentclass{article}&#10;\usepackage{amsmath}&#10;\pagestyle{empty}&#10;\begin{document}&#10;&#10;$(a+b,d)$&#10;&#10;&#10;\end{document}"/>
  <p:tag name="IGUANATEXSIZE" val="26"/>
  <p:tag name="IGUANATEXCURSOR" val="87"/>
  <p:tag name="TRANSPARENCY" val="True"/>
  <p:tag name="LATEXENGINEID" val="0"/>
  <p:tag name="TEMPFOLDER" val="F:\LaTeX\"/>
  <p:tag name="LATEXFORMHEIGHT" val="312"/>
  <p:tag name="LATEXFORMWIDTH" val="384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505.4369"/>
  <p:tag name="LATEXADDIN" val="\documentclass{article}&#10;\usepackage{amsmath}&#10;\pagestyle{empty}&#10;\begin{document}&#10;&#10;$(a,\ c+d)$&#10;&#10;&#10;\end{document}"/>
  <p:tag name="IGUANATEXSIZE" val="26"/>
  <p:tag name="IGUANATEXCURSOR" val="87"/>
  <p:tag name="TRANSPARENCY" val="True"/>
  <p:tag name="LATEXENGINEID" val="0"/>
  <p:tag name="TEMPFOLDER" val="F:\LaTeX\"/>
  <p:tag name="LATEXFORMHEIGHT" val="312"/>
  <p:tag name="LATEXFORMWIDTH" val="384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52.7184"/>
  <p:tag name="LATEXADDIN" val="\documentclass{article}&#10;\usepackage{amsmath}&#10;\pagestyle{empty}&#10;\begin{document}&#10;&#10;$(0,0)$&#10;&#10;&#10;\end{document}"/>
  <p:tag name="IGUANATEXSIZE" val="26"/>
  <p:tag name="IGUANATEXCURSOR" val="84"/>
  <p:tag name="TRANSPARENCY" val="True"/>
  <p:tag name="LATEXENGINEID" val="0"/>
  <p:tag name="TEMPFOLDER" val="F:\LaTeX\"/>
  <p:tag name="LATEXFORMHEIGHT" val="312"/>
  <p:tag name="LATEXFORMWIDTH" val="384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55.718"/>
  <p:tag name="LATEXADDIN" val="\documentclass{article}&#10;\usepackage{amsmath}&#10;\pagestyle{empty}&#10;\begin{document}&#10;&#10;$(a,0)$&#10;&#10;&#10;\end{document}"/>
  <p:tag name="IGUANATEXSIZE" val="26"/>
  <p:tag name="IGUANATEXCURSOR" val="84"/>
  <p:tag name="TRANSPARENCY" val="True"/>
  <p:tag name="LATEXENGINEID" val="0"/>
  <p:tag name="TEMPFOLDER" val="F:\LaTeX\"/>
  <p:tag name="LATEXFORMHEIGHT" val="312"/>
  <p:tag name="LATEXFORMWIDTH" val="384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54.9681"/>
  <p:tag name="LATEXADDIN" val="\documentclass{article}&#10;\usepackage{amsmath}&#10;\pagestyle{empty}&#10;\begin{document}&#10;&#10;$(0,d)$&#10;&#10;&#10;\end{document}"/>
  <p:tag name="IGUANATEXSIZE" val="26"/>
  <p:tag name="IGUANATEXCURSOR" val="86"/>
  <p:tag name="TRANSPARENCY" val="True"/>
  <p:tag name="LATEXENGINEID" val="0"/>
  <p:tag name="TEMPFOLDER" val="F:\LaTeX\"/>
  <p:tag name="LATEXFORMHEIGHT" val="312"/>
  <p:tag name="LATEXFORMWIDTH" val="384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57.9677"/>
  <p:tag name="LATEXADDIN" val="\documentclass{article}&#10;\usepackage{amsmath}&#10;\pagestyle{empty}&#10;\begin{document}&#10;&#10;$(a,d)$&#10;&#10;&#10;\end{document}"/>
  <p:tag name="IGUANATEXSIZE" val="26"/>
  <p:tag name="IGUANATEXCURSOR" val="84"/>
  <p:tag name="TRANSPARENCY" val="True"/>
  <p:tag name="LATEXENGINEID" val="0"/>
  <p:tag name="TEMPFOLDER" val="F:\LaTeX\"/>
  <p:tag name="LATEXFORMHEIGHT" val="312"/>
  <p:tag name="LATEXFORMWIDTH" val="384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47.4691"/>
  <p:tag name="LATEXADDIN" val="\documentclass{article}&#10;\usepackage{amsmath}&#10;\pagestyle{empty}&#10;\begin{document}&#10;&#10;$(a,c)$&#10;&#10;&#10;\end{document}"/>
  <p:tag name="IGUANATEXSIZE" val="26"/>
  <p:tag name="IGUANATEXCURSOR" val="86"/>
  <p:tag name="TRANSPARENCY" val="True"/>
  <p:tag name="LATEXENGINEID" val="0"/>
  <p:tag name="TEMPFOLDER" val="F:\LaTeX\"/>
  <p:tag name="LATEXFORMHEIGHT" val="312"/>
  <p:tag name="LATEXFORMWIDTH" val="384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45.9692"/>
  <p:tag name="LATEXADDIN" val="\documentclass{article}&#10;\usepackage{amsmath}&#10;\pagestyle{empty}&#10;\begin{document}&#10;&#10;$(b,d)$&#10;&#10;&#10;\end{document}"/>
  <p:tag name="IGUANATEXSIZE" val="26"/>
  <p:tag name="IGUANATEXCURSOR" val="86"/>
  <p:tag name="TRANSPARENCY" val="True"/>
  <p:tag name="LATEXENGINEID" val="0"/>
  <p:tag name="TEMPFOLDER" val="F:\LaTeX\"/>
  <p:tag name="LATEXFORMHEIGHT" val="312"/>
  <p:tag name="LATEXFORMWIDTH" val="384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669.6663"/>
  <p:tag name="LATEXADDIN" val="\documentclass{article}&#10;\usepackage{amsmath}&#10;\pagestyle{empty}&#10;\begin{document}&#10;&#10;$(a+b,c+d)$&#10;&#10;&#10;\end{document}"/>
  <p:tag name="IGUANATEXSIZE" val="26"/>
  <p:tag name="IGUANATEXCURSOR" val="90"/>
  <p:tag name="TRANSPARENCY" val="True"/>
  <p:tag name="LATEXENGINEID" val="0"/>
  <p:tag name="TEMPFOLDER" val="F:\LaTeX\"/>
  <p:tag name="LATEXFORMHEIGHT" val="312"/>
  <p:tag name="LATEXFORMWIDTH" val="384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52.7184"/>
  <p:tag name="LATEXADDIN" val="\documentclass{article}&#10;\usepackage{amsmath}&#10;\pagestyle{empty}&#10;\begin{document}&#10;&#10;$(0,0)$&#10;&#10;&#10;\end{document}"/>
  <p:tag name="IGUANATEXSIZE" val="26"/>
  <p:tag name="IGUANATEXCURSOR" val="84"/>
  <p:tag name="TRANSPARENCY" val="True"/>
  <p:tag name="LATEXENGINEID" val="0"/>
  <p:tag name="TEMPFOLDER" val="F:\LaTeX\"/>
  <p:tag name="LATEXFORMHEIGHT" val="312"/>
  <p:tag name="LATEXFORMWIDTH" val="384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8.9651"/>
  <p:tag name="ORIGINALWIDTH" val="2924.634"/>
  <p:tag name="LATEXADDIN" val="\documentclass{article}&#10;\usepackage{amsmath}&#10;\pagestyle{empty}&#10;\begin{document}&#10;&#10;$$\operatorname{det} A=\sum_{\alpha_1, \alpha_2, \ldots, \alpha_n}(-1)^{N\left(\alpha_1, \alpha_2, \ldots, \alpha_n\right)} \cdot a_{1 \alpha_1} a_{2 \alpha_2} \ldots a_{n \alpha_n}$$&#10;&#10;&#10;\end{document}"/>
  <p:tag name="IGUANATEXSIZE" val="26"/>
  <p:tag name="IGUANATEXCURSOR" val="264"/>
  <p:tag name="TRANSPARENCY" val="True"/>
  <p:tag name="LATEXENGINEID" val="0"/>
  <p:tag name="TEMPFOLDER" val="F:\LaTeX\"/>
  <p:tag name="LATEXFORMHEIGHT" val="312"/>
  <p:tag name="LATEXFORMWIDTH" val="384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8.74016"/>
  <p:tag name="ORIGINALWIDTH" val="735.658"/>
  <p:tag name="LATEXADDIN" val="\documentclass{article}&#10;\usepackage{amsmath}&#10;\pagestyle{empty}&#10;\begin{document}&#10;&#10;$\alpha_1, \alpha_2, \ldots, \alpha_n$&#10;&#10;&#10;\end{document}"/>
  <p:tag name="IGUANATEXSIZE" val="26"/>
  <p:tag name="IGUANATEXCURSOR" val="118"/>
  <p:tag name="TRANSPARENCY" val="True"/>
  <p:tag name="LATEXENGINEID" val="0"/>
  <p:tag name="TEMPFOLDER" val="F:\LaTeX\"/>
  <p:tag name="LATEXFORMHEIGHT" val="312"/>
  <p:tag name="LATEXFORMWIDTH" val="384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944.132"/>
  <p:tag name="LATEXADDIN" val="\documentclass{article}&#10;\usepackage{amsmath}&#10;\pagestyle{empty}&#10;\begin{document}&#10;&#10;$N(\alpha_1, \alpha_2, \ldots, \alpha_n)$&#10;&#10;&#10;\end{document}"/>
  <p:tag name="IGUANATEXSIZE" val="26"/>
  <p:tag name="IGUANATEXCURSOR" val="121"/>
  <p:tag name="TRANSPARENCY" val="True"/>
  <p:tag name="LATEXENGINEID" val="0"/>
  <p:tag name="TEMPFOLDER" val="F:\LaTeX\"/>
  <p:tag name="LATEXFORMHEIGHT" val="312"/>
  <p:tag name="LATEXFORMWIDTH" val="384"/>
  <p:tag name="LATEXFORMWRAP" val="True"/>
  <p:tag name="BITMAPVECTOR" val="0"/>
</p:tagLst>
</file>

<file path=ppt/theme/theme1.xml><?xml version="1.0" encoding="utf-8"?>
<a:theme xmlns:a="http://schemas.openxmlformats.org/drawingml/2006/main" name="1_EPAM Master 2021.3">
  <a:themeElements>
    <a:clrScheme name="Custom 3">
      <a:dk1>
        <a:srgbClr val="222222"/>
      </a:dk1>
      <a:lt1>
        <a:srgbClr val="FFFFFF"/>
      </a:lt1>
      <a:dk2>
        <a:srgbClr val="A0A0A0"/>
      </a:dk2>
      <a:lt2>
        <a:srgbClr val="F6F6F6"/>
      </a:lt2>
      <a:accent1>
        <a:srgbClr val="222222"/>
      </a:accent1>
      <a:accent2>
        <a:srgbClr val="76CDD8"/>
      </a:accent2>
      <a:accent3>
        <a:srgbClr val="FFC000"/>
      </a:accent3>
      <a:accent4>
        <a:srgbClr val="445464"/>
      </a:accent4>
      <a:accent5>
        <a:srgbClr val="008ACE"/>
      </a:accent5>
      <a:accent6>
        <a:srgbClr val="38C2D7"/>
      </a:accent6>
      <a:hlink>
        <a:srgbClr val="76CDD8"/>
      </a:hlink>
      <a:folHlink>
        <a:srgbClr val="A0A0A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</a:ln>
        <a:effectLst/>
      </a:spPr>
      <a:bodyPr wrap="square" lIns="0" tIns="0" rIns="0" bIns="0" rtlCol="0" anchor="ctr"/>
      <a:lstStyle>
        <a:defPPr algn="ctr">
          <a:defRPr sz="2400" dirty="0" smtClean="0">
            <a:solidFill>
              <a:schemeClr val="bg1"/>
            </a:solidFill>
            <a:latin typeface="Calibri Light" panose="020F0302020204030204" pitchFamily="34" charset="0"/>
            <a:ea typeface="Human Sans ExtraLight" charset="0"/>
            <a:cs typeface="Human Sans ExtraLight" charset="0"/>
          </a:defRPr>
        </a:defPPr>
      </a:lstStyle>
    </a:spDef>
    <a:lnDef>
      <a:spPr>
        <a:ln w="635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 lIns="0" tIns="0" rIns="0" bIns="0">
        <a:spAutoFit/>
      </a:bodyPr>
      <a:lstStyle>
        <a:defPPr algn="l">
          <a:defRPr dirty="0" smtClean="0"/>
        </a:defPPr>
      </a:lstStyle>
    </a:txDef>
  </a:objectDefaults>
  <a:extraClrSchemeLst/>
  <a:custClrLst>
    <a:custClr name="PALINA BLUE">
      <a:srgbClr val="A9C9D7"/>
    </a:custClr>
    <a:custClr name="DARK PURPLE ">
      <a:srgbClr val="8A7CBB"/>
    </a:custClr>
    <a:custClr name="LIGHT PURPLE">
      <a:srgbClr val="AE9BD8"/>
    </a:custClr>
    <a:custClr name="BRIGHT CORAL">
      <a:srgbClr val="FF4E33"/>
    </a:custClr>
    <a:custClr name="EPAM CORAL">
      <a:srgbClr val="FF8468"/>
    </a:custClr>
    <a:custClr name="BRIGHT ORANGE">
      <a:srgbClr val="FF8500"/>
    </a:custClr>
    <a:custClr name="ORANGE ">
      <a:srgbClr val="FFA436"/>
    </a:custClr>
    <a:custClr name="DARK GREEN">
      <a:srgbClr val="62A230"/>
    </a:custClr>
    <a:custClr name="BRIGHT GREEN">
      <a:srgbClr val="9BC838"/>
    </a:custClr>
    <a:custClr name="LIME GREEN">
      <a:srgbClr val="C8DE49"/>
    </a:custClr>
    <a:custClr name="Coral Orange">
      <a:srgbClr val="F57F41"/>
    </a:custClr>
    <a:custClr name="Tangerine">
      <a:srgbClr val="F15C44"/>
    </a:custClr>
    <a:custClr name="Gold">
      <a:srgbClr val="DBB661"/>
    </a:custClr>
    <a:custClr name="Turqoise">
      <a:srgbClr val="2A9D8E"/>
    </a:custClr>
    <a:custClr name="Ocean">
      <a:srgbClr val="209EBD"/>
    </a:custClr>
    <a:custClr name="Charcoal">
      <a:srgbClr val="264553"/>
    </a:custClr>
    <a:custClr name="Eggplant">
      <a:srgbClr val="58335E"/>
    </a:custClr>
    <a:custClr name="Grape Soda">
      <a:srgbClr val="745C97"/>
    </a:custClr>
    <a:custClr name="Wild Berry">
      <a:srgbClr val="89608E"/>
    </a:custClr>
    <a:custClr name="Taffy">
      <a:srgbClr val="8ACDEA"/>
    </a:custClr>
    <a:custClr name="Honey">
      <a:srgbClr val="EFEA5A"/>
    </a:custClr>
    <a:custClr name="Mint">
      <a:srgbClr val="2CD094"/>
    </a:custClr>
    <a:custClr name="Malibu">
      <a:srgbClr val="BAD49C"/>
    </a:custClr>
    <a:custClr name="Cotton Candy">
      <a:srgbClr val="EEB4B3"/>
    </a:custClr>
    <a:custClr name="Guava">
      <a:srgbClr val="E26D5C"/>
    </a:custClr>
  </a:custClrLst>
  <a:extLst>
    <a:ext uri="{05A4C25C-085E-4340-85A3-A5531E510DB2}">
      <thm15:themeFamily xmlns:thm15="http://schemas.microsoft.com/office/thememl/2012/main" name="Continuum_Master_v1.1" id="{D2F91407-39AD-2344-8F42-01B4155FF2FD}" vid="{09F1F252-BD3A-0A45-9F6B-518524EA32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CE13583499748489E6E697426926B1B" ma:contentTypeVersion="7" ma:contentTypeDescription="Create a new document." ma:contentTypeScope="" ma:versionID="4698d029c720b22d9d5a5a82c4abea41">
  <xsd:schema xmlns:xsd="http://www.w3.org/2001/XMLSchema" xmlns:xs="http://www.w3.org/2001/XMLSchema" xmlns:p="http://schemas.microsoft.com/office/2006/metadata/properties" xmlns:ns2="f8d8e8b1-85bd-4cc8-ac20-30bdad921333" targetNamespace="http://schemas.microsoft.com/office/2006/metadata/properties" ma:root="true" ma:fieldsID="ef231db1fc3b01c159e64322650a0347" ns2:_="">
    <xsd:import namespace="f8d8e8b1-85bd-4cc8-ac20-30bdad92133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d8e8b1-85bd-4cc8-ac20-30bdad92133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12E3419-B313-4514-AD24-D56E1F80A63A}">
  <ds:schemaRefs>
    <ds:schemaRef ds:uri="735c9ed8-4a47-4862-b7c0-361fb59caa7d"/>
    <ds:schemaRef ds:uri="cd2bce81-b418-4cd8-9935-4e402d3140b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0D668A00-7A7B-4A4F-9BE2-EF8251CA02D5}">
  <ds:schemaRefs>
    <ds:schemaRef ds:uri="f8d8e8b1-85bd-4cc8-ac20-30bdad92133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7CA341C-74C1-4577-8C96-EF2605DC526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21</Slides>
  <Notes>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1_EPAM Master 2021.3</vt:lpstr>
      <vt:lpstr>Matrices as operators Determinant of a matrix</vt:lpstr>
      <vt:lpstr>Одномерные линейные преобразования </vt:lpstr>
      <vt:lpstr>Двумерные линейные преобразования </vt:lpstr>
      <vt:lpstr>Двумерные линейные преобразования </vt:lpstr>
      <vt:lpstr>Что делает диагональная матрица?</vt:lpstr>
      <vt:lpstr>Что делает матрица (■(-2&amp;0@0&amp;-2)) ?</vt:lpstr>
      <vt:lpstr>Что делает матрица (■(-2&amp;0@0&amp;-2)) ?</vt:lpstr>
      <vt:lpstr>Что делает матрица (■(0&amp;1@-1&amp;0)) ?</vt:lpstr>
      <vt:lpstr>Что делают эти матрицы?</vt:lpstr>
      <vt:lpstr>Матрица поворота</vt:lpstr>
      <vt:lpstr>Композиция операторов</vt:lpstr>
      <vt:lpstr>Определитель матрицы</vt:lpstr>
      <vt:lpstr>Определитель матрицы</vt:lpstr>
      <vt:lpstr>Геометрический смысл</vt:lpstr>
      <vt:lpstr>Минор</vt:lpstr>
      <vt:lpstr>Минор, дополнительный к элементу матрицы</vt:lpstr>
      <vt:lpstr>Алгебраическое дополнение к элементу матрицы</vt:lpstr>
      <vt:lpstr>Вычислим определитель</vt:lpstr>
      <vt:lpstr>Определитель матрицы размера 3×3</vt:lpstr>
      <vt:lpstr>Еще одно определение для определителя</vt:lpstr>
      <vt:lpstr>Еще одно определение для определителя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Palina Vilava</dc:creator>
  <cp:revision>4</cp:revision>
  <dcterms:created xsi:type="dcterms:W3CDTF">2020-10-27T12:12:11Z</dcterms:created>
  <dcterms:modified xsi:type="dcterms:W3CDTF">2025-10-15T16:01:07Z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0x0101002CE13583499748489E6E697426926B1B</vt:lpwstr>
  </property>
  <property fmtid="{D5CDD505-2E9C-101B-9397-08002B2CF9AE}" pid="3" name="MediaServiceImageTags">
    <vt:lpwstr/>
  </property>
</Properties>
</file>